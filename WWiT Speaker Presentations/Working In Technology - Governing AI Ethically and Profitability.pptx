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4048" r:id="rId4"/>
  </p:sldMasterIdLst>
  <p:notesMasterIdLst>
    <p:notesMasterId r:id="rId34"/>
  </p:notesMasterIdLst>
  <p:handoutMasterIdLst>
    <p:handoutMasterId r:id="rId35"/>
  </p:handoutMasterIdLst>
  <p:sldIdLst>
    <p:sldId id="2147482714" r:id="rId5"/>
    <p:sldId id="2147482741" r:id="rId6"/>
    <p:sldId id="2147482716" r:id="rId7"/>
    <p:sldId id="2147482717" r:id="rId8"/>
    <p:sldId id="2147482702" r:id="rId9"/>
    <p:sldId id="2147482710" r:id="rId10"/>
    <p:sldId id="2147482718" r:id="rId11"/>
    <p:sldId id="2147482742" r:id="rId12"/>
    <p:sldId id="2147482743" r:id="rId13"/>
    <p:sldId id="2147482744" r:id="rId14"/>
    <p:sldId id="2147482719" r:id="rId15"/>
    <p:sldId id="2147482720" r:id="rId16"/>
    <p:sldId id="2147482721" r:id="rId17"/>
    <p:sldId id="2147482745" r:id="rId18"/>
    <p:sldId id="2147482740" r:id="rId19"/>
    <p:sldId id="2147482746" r:id="rId20"/>
    <p:sldId id="2147482735" r:id="rId21"/>
    <p:sldId id="2147482731" r:id="rId22"/>
    <p:sldId id="2147482732" r:id="rId23"/>
    <p:sldId id="2147482736" r:id="rId24"/>
    <p:sldId id="2147482725" r:id="rId25"/>
    <p:sldId id="2147482726" r:id="rId26"/>
    <p:sldId id="2147482728" r:id="rId27"/>
    <p:sldId id="2147482729" r:id="rId28"/>
    <p:sldId id="2147482724" r:id="rId29"/>
    <p:sldId id="2147482738" r:id="rId30"/>
    <p:sldId id="2147482727" r:id="rId31"/>
    <p:sldId id="2147482733" r:id="rId32"/>
    <p:sldId id="566" r:id="rId33"/>
  </p:sldIdLst>
  <p:sldSz cx="14630400" cy="8229600"/>
  <p:notesSz cx="6858000" cy="9144000"/>
  <p:custDataLst>
    <p:tags r:id="rId36"/>
  </p:custDataLst>
  <p:defaultTextStyle>
    <a:defPPr>
      <a:defRPr lang="en-US"/>
    </a:defPPr>
    <a:lvl1pPr marL="0" algn="l" defTabSz="1097236" rtl="0" eaLnBrk="1" latinLnBrk="0" hangingPunct="1">
      <a:defRPr sz="2160" kern="1200">
        <a:solidFill>
          <a:schemeClr val="tx1"/>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0A78D5-CE4C-0F51-9751-55F6175A6D79}" name="Nick Young" initials="NY" userId="S::nyoung@uturndata.com::6b3ba4ce-820f-4226-9145-1c2e2d59262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24646"/>
    <a:srgbClr val="575C5C"/>
    <a:srgbClr val="606666"/>
    <a:srgbClr val="585858"/>
    <a:srgbClr val="717171"/>
    <a:srgbClr val="FFFDF9"/>
    <a:srgbClr val="0A090F"/>
    <a:srgbClr val="C9CCCB"/>
    <a:srgbClr val="A0A9B2"/>
    <a:srgbClr val="1424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4B97D2-3BFA-184C-84CF-EC30FB76AF1F}" v="16" dt="2026-04-10T03:24:44.2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5"/>
    <p:restoredTop sz="94682"/>
  </p:normalViewPr>
  <p:slideViewPr>
    <p:cSldViewPr snapToGrid="0">
      <p:cViewPr varScale="1">
        <p:scale>
          <a:sx n="92" d="100"/>
          <a:sy n="92" d="100"/>
        </p:scale>
        <p:origin x="7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9A9C03-4E89-618A-2631-069456FFA00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339A467-6BCE-72A3-DE70-6C849D0283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351C1C-B70E-DA47-939A-1F1CFAA1D3AA}" type="datetimeFigureOut">
              <a:rPr lang="en-US" smtClean="0"/>
              <a:t>4/16/26</a:t>
            </a:fld>
            <a:endParaRPr lang="en-US"/>
          </a:p>
        </p:txBody>
      </p:sp>
      <p:sp>
        <p:nvSpPr>
          <p:cNvPr id="4" name="Footer Placeholder 3">
            <a:extLst>
              <a:ext uri="{FF2B5EF4-FFF2-40B4-BE49-F238E27FC236}">
                <a16:creationId xmlns:a16="http://schemas.microsoft.com/office/drawing/2014/main" id="{58BF2A40-C176-EB8A-A5C7-C1945D7BBA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9732456-D0E1-5C91-4EC4-A330F2D80A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E152B1-B8F1-F646-868B-5A6142A70505}" type="slidenum">
              <a:rPr lang="en-US" smtClean="0"/>
              <a:t>‹#›</a:t>
            </a:fld>
            <a:endParaRPr lang="en-US"/>
          </a:p>
        </p:txBody>
      </p:sp>
    </p:spTree>
    <p:extLst>
      <p:ext uri="{BB962C8B-B14F-4D97-AF65-F5344CB8AC3E}">
        <p14:creationId xmlns:p14="http://schemas.microsoft.com/office/powerpoint/2010/main" val="13528242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110DF-DA86-4927-A79B-2DBE0C2C01FD}" type="datetimeFigureOut">
              <a:rPr lang="en-US" smtClean="0"/>
              <a:t>4/16/26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AA21D0-2D2F-449C-9811-374BADDD28AC}" type="slidenum">
              <a:rPr lang="en-US" smtClean="0"/>
              <a:t>‹#›</a:t>
            </a:fld>
            <a:endParaRPr lang="en-US"/>
          </a:p>
        </p:txBody>
      </p:sp>
    </p:spTree>
    <p:extLst>
      <p:ext uri="{BB962C8B-B14F-4D97-AF65-F5344CB8AC3E}">
        <p14:creationId xmlns:p14="http://schemas.microsoft.com/office/powerpoint/2010/main" val="1074454757"/>
      </p:ext>
    </p:extLst>
  </p:cSld>
  <p:clrMap bg1="lt1" tx1="dk1" bg2="lt2" tx2="dk2" accent1="accent1" accent2="accent2" accent3="accent3" accent4="accent4" accent5="accent5" accent6="accent6" hlink="hlink" folHlink="folHlink"/>
  <p:notesStyle>
    <a:lvl1pPr marL="0" algn="l" defTabSz="1097280" rtl="0" eaLnBrk="1" latinLnBrk="0" hangingPunct="1">
      <a:defRPr sz="1440" kern="1200">
        <a:solidFill>
          <a:schemeClr val="tx1"/>
        </a:solidFill>
        <a:latin typeface="+mn-lt"/>
        <a:ea typeface="+mn-ea"/>
        <a:cs typeface="+mn-cs"/>
      </a:defRPr>
    </a:lvl1pPr>
    <a:lvl2pPr marL="548640" algn="l" defTabSz="1097280" rtl="0" eaLnBrk="1" latinLnBrk="0" hangingPunct="1">
      <a:defRPr sz="1440" kern="1200">
        <a:solidFill>
          <a:schemeClr val="tx1"/>
        </a:solidFill>
        <a:latin typeface="+mn-lt"/>
        <a:ea typeface="+mn-ea"/>
        <a:cs typeface="+mn-cs"/>
      </a:defRPr>
    </a:lvl2pPr>
    <a:lvl3pPr marL="1097280" algn="l" defTabSz="1097280" rtl="0" eaLnBrk="1" latinLnBrk="0" hangingPunct="1">
      <a:defRPr sz="1440" kern="1200">
        <a:solidFill>
          <a:schemeClr val="tx1"/>
        </a:solidFill>
        <a:latin typeface="+mn-lt"/>
        <a:ea typeface="+mn-ea"/>
        <a:cs typeface="+mn-cs"/>
      </a:defRPr>
    </a:lvl3pPr>
    <a:lvl4pPr marL="1645920" algn="l" defTabSz="1097280" rtl="0" eaLnBrk="1" latinLnBrk="0" hangingPunct="1">
      <a:defRPr sz="1440" kern="1200">
        <a:solidFill>
          <a:schemeClr val="tx1"/>
        </a:solidFill>
        <a:latin typeface="+mn-lt"/>
        <a:ea typeface="+mn-ea"/>
        <a:cs typeface="+mn-cs"/>
      </a:defRPr>
    </a:lvl4pPr>
    <a:lvl5pPr marL="2194560" algn="l" defTabSz="1097280" rtl="0" eaLnBrk="1" latinLnBrk="0" hangingPunct="1">
      <a:defRPr sz="1440" kern="1200">
        <a:solidFill>
          <a:schemeClr val="tx1"/>
        </a:solidFill>
        <a:latin typeface="+mn-lt"/>
        <a:ea typeface="+mn-ea"/>
        <a:cs typeface="+mn-cs"/>
      </a:defRPr>
    </a:lvl5pPr>
    <a:lvl6pPr marL="2743200" algn="l" defTabSz="1097280" rtl="0" eaLnBrk="1" latinLnBrk="0" hangingPunct="1">
      <a:defRPr sz="1440" kern="1200">
        <a:solidFill>
          <a:schemeClr val="tx1"/>
        </a:solidFill>
        <a:latin typeface="+mn-lt"/>
        <a:ea typeface="+mn-ea"/>
        <a:cs typeface="+mn-cs"/>
      </a:defRPr>
    </a:lvl6pPr>
    <a:lvl7pPr marL="3291840" algn="l" defTabSz="1097280" rtl="0" eaLnBrk="1" latinLnBrk="0" hangingPunct="1">
      <a:defRPr sz="1440" kern="1200">
        <a:solidFill>
          <a:schemeClr val="tx1"/>
        </a:solidFill>
        <a:latin typeface="+mn-lt"/>
        <a:ea typeface="+mn-ea"/>
        <a:cs typeface="+mn-cs"/>
      </a:defRPr>
    </a:lvl7pPr>
    <a:lvl8pPr marL="3840480" algn="l" defTabSz="1097280" rtl="0" eaLnBrk="1" latinLnBrk="0" hangingPunct="1">
      <a:defRPr sz="1440" kern="1200">
        <a:solidFill>
          <a:schemeClr val="tx1"/>
        </a:solidFill>
        <a:latin typeface="+mn-lt"/>
        <a:ea typeface="+mn-ea"/>
        <a:cs typeface="+mn-cs"/>
      </a:defRPr>
    </a:lvl8pPr>
    <a:lvl9pPr marL="4389120" algn="l" defTabSz="1097280" rtl="0" eaLnBrk="1" latinLnBrk="0" hangingPunct="1">
      <a:defRPr sz="144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D97378-ADDE-6F4B-BC25-5FF3415C039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1038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AA21D0-2D2F-449C-9811-374BADDD28AC}" type="slidenum">
              <a:rPr lang="en-US" smtClean="0"/>
              <a:t>4</a:t>
            </a:fld>
            <a:endParaRPr lang="en-US"/>
          </a:p>
        </p:txBody>
      </p:sp>
    </p:spTree>
    <p:extLst>
      <p:ext uri="{BB962C8B-B14F-4D97-AF65-F5344CB8AC3E}">
        <p14:creationId xmlns:p14="http://schemas.microsoft.com/office/powerpoint/2010/main" val="1515945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Supply Chain-Specific Risks</a:t>
            </a:r>
          </a:p>
          <a:p>
            <a:r>
              <a:rPr lang="en-US"/>
              <a:t>Fraudulent vendor changes</a:t>
            </a:r>
          </a:p>
          <a:p>
            <a:r>
              <a:rPr lang="en-US"/>
              <a:t>Inventory manipulation or forecasting errors</a:t>
            </a:r>
          </a:p>
          <a:p>
            <a:r>
              <a:rPr lang="en-US"/>
              <a:t>Contractual violations triggered automatically</a:t>
            </a:r>
          </a:p>
          <a:p>
            <a:endParaRPr lang="en-US"/>
          </a:p>
        </p:txBody>
      </p:sp>
      <p:sp>
        <p:nvSpPr>
          <p:cNvPr id="4" name="Slide Number Placeholder 3"/>
          <p:cNvSpPr>
            <a:spLocks noGrp="1"/>
          </p:cNvSpPr>
          <p:nvPr>
            <p:ph type="sldNum" sz="quarter" idx="5"/>
          </p:nvPr>
        </p:nvSpPr>
        <p:spPr/>
        <p:txBody>
          <a:bodyPr/>
          <a:lstStyle/>
          <a:p>
            <a:fld id="{14AA21D0-2D2F-449C-9811-374BADDD28AC}" type="slidenum">
              <a:rPr lang="en-US" smtClean="0"/>
              <a:t>11</a:t>
            </a:fld>
            <a:endParaRPr lang="en-US"/>
          </a:p>
        </p:txBody>
      </p:sp>
    </p:spTree>
    <p:extLst>
      <p:ext uri="{BB962C8B-B14F-4D97-AF65-F5344CB8AC3E}">
        <p14:creationId xmlns:p14="http://schemas.microsoft.com/office/powerpoint/2010/main" val="1534423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F10E5-D540-2691-3740-3B06A52C8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42660-321A-9E10-6DE9-BBADB3F617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69126-A323-693E-5500-FB5999FD0E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A4A647-F498-0BCF-D981-238508BB1A7E}"/>
              </a:ext>
            </a:extLst>
          </p:cNvPr>
          <p:cNvSpPr>
            <a:spLocks noGrp="1"/>
          </p:cNvSpPr>
          <p:nvPr>
            <p:ph type="sldNum" sz="quarter" idx="5"/>
          </p:nvPr>
        </p:nvSpPr>
        <p:spPr/>
        <p:txBody>
          <a:bodyPr/>
          <a:lstStyle/>
          <a:p>
            <a:fld id="{14AA21D0-2D2F-449C-9811-374BADDD28AC}" type="slidenum">
              <a:rPr lang="en-US" smtClean="0"/>
              <a:t>15</a:t>
            </a:fld>
            <a:endParaRPr lang="en-US"/>
          </a:p>
        </p:txBody>
      </p:sp>
    </p:spTree>
    <p:extLst>
      <p:ext uri="{BB962C8B-B14F-4D97-AF65-F5344CB8AC3E}">
        <p14:creationId xmlns:p14="http://schemas.microsoft.com/office/powerpoint/2010/main" val="2778006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979A-58EE-7AA2-B99D-AA640AC5E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1C970-62A0-744C-EAE2-9E61B7F7F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F73F0-9B2B-77A6-EAEF-EADD8A1B41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ED26A8-E6D4-5072-8D65-2572FC03C612}"/>
              </a:ext>
            </a:extLst>
          </p:cNvPr>
          <p:cNvSpPr>
            <a:spLocks noGrp="1"/>
          </p:cNvSpPr>
          <p:nvPr>
            <p:ph type="sldNum" sz="quarter" idx="5"/>
          </p:nvPr>
        </p:nvSpPr>
        <p:spPr/>
        <p:txBody>
          <a:bodyPr/>
          <a:lstStyle/>
          <a:p>
            <a:fld id="{14AA21D0-2D2F-449C-9811-374BADDD28AC}" type="slidenum">
              <a:rPr lang="en-US" smtClean="0"/>
              <a:t>20</a:t>
            </a:fld>
            <a:endParaRPr lang="en-US"/>
          </a:p>
        </p:txBody>
      </p:sp>
    </p:spTree>
    <p:extLst>
      <p:ext uri="{BB962C8B-B14F-4D97-AF65-F5344CB8AC3E}">
        <p14:creationId xmlns:p14="http://schemas.microsoft.com/office/powerpoint/2010/main" val="2428186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40" b="1" kern="1200">
                <a:solidFill>
                  <a:schemeClr val="tx1"/>
                </a:solidFill>
                <a:effectLst/>
                <a:latin typeface="+mn-lt"/>
                <a:ea typeface="+mn-ea"/>
                <a:cs typeface="+mn-cs"/>
              </a:rPr>
              <a:t>Identity &amp; Access</a:t>
            </a:r>
            <a:r>
              <a:rPr lang="en-US" sz="1440" kern="1200">
                <a:solidFill>
                  <a:schemeClr val="tx1"/>
                </a:solidFill>
                <a:effectLst/>
                <a:latin typeface="+mn-lt"/>
                <a:ea typeface="+mn-ea"/>
                <a:cs typeface="+mn-cs"/>
              </a:rPr>
              <a:t>: Amazon Cognito authenticates users before they ever reach the agent. </a:t>
            </a:r>
            <a:r>
              <a:rPr lang="en-US" sz="1440" kern="1200" err="1">
                <a:solidFill>
                  <a:schemeClr val="tx1"/>
                </a:solidFill>
                <a:effectLst/>
                <a:latin typeface="+mn-lt"/>
                <a:ea typeface="+mn-ea"/>
                <a:cs typeface="+mn-cs"/>
              </a:rPr>
              <a:t>AgentCore</a:t>
            </a:r>
            <a:r>
              <a:rPr lang="en-US" sz="1440" kern="1200">
                <a:solidFill>
                  <a:schemeClr val="tx1"/>
                </a:solidFill>
                <a:effectLst/>
                <a:latin typeface="+mn-lt"/>
                <a:ea typeface="+mn-ea"/>
                <a:cs typeface="+mn-cs"/>
              </a:rPr>
              <a:t> Identity (step 3) manages what the agent itself is authorized to do, separating user identity from agent identity.</a:t>
            </a:r>
          </a:p>
          <a:p>
            <a:r>
              <a:rPr lang="en-US" sz="1440" kern="1200">
                <a:solidFill>
                  <a:schemeClr val="tx1"/>
                </a:solidFill>
                <a:effectLst/>
                <a:latin typeface="+mn-lt"/>
                <a:ea typeface="+mn-ea"/>
                <a:cs typeface="+mn-cs"/>
              </a:rPr>
              <a:t> </a:t>
            </a:r>
          </a:p>
          <a:p>
            <a:r>
              <a:rPr lang="en-US" sz="1440" b="1" kern="1200">
                <a:solidFill>
                  <a:schemeClr val="tx1"/>
                </a:solidFill>
                <a:effectLst/>
                <a:latin typeface="+mn-lt"/>
                <a:ea typeface="+mn-ea"/>
                <a:cs typeface="+mn-cs"/>
              </a:rPr>
              <a:t>Gateway as Control Point</a:t>
            </a:r>
            <a:r>
              <a:rPr lang="en-US" sz="1440" kern="1200">
                <a:solidFill>
                  <a:schemeClr val="tx1"/>
                </a:solidFill>
                <a:effectLst/>
                <a:latin typeface="+mn-lt"/>
                <a:ea typeface="+mn-ea"/>
                <a:cs typeface="+mn-cs"/>
              </a:rPr>
              <a:t>: </a:t>
            </a:r>
            <a:r>
              <a:rPr lang="en-US" sz="1440" kern="1200" err="1">
                <a:solidFill>
                  <a:schemeClr val="tx1"/>
                </a:solidFill>
                <a:effectLst/>
                <a:latin typeface="+mn-lt"/>
                <a:ea typeface="+mn-ea"/>
                <a:cs typeface="+mn-cs"/>
              </a:rPr>
              <a:t>AgentCore</a:t>
            </a:r>
            <a:r>
              <a:rPr lang="en-US" sz="1440" kern="1200">
                <a:solidFill>
                  <a:schemeClr val="tx1"/>
                </a:solidFill>
                <a:effectLst/>
                <a:latin typeface="+mn-lt"/>
                <a:ea typeface="+mn-ea"/>
                <a:cs typeface="+mn-cs"/>
              </a:rPr>
              <a:t> Gateway (step 6) acts as the chokepoint between the agent and external tools (like web search). This is where you enforce policies on what the agent can call and how data flows in/out.</a:t>
            </a:r>
          </a:p>
          <a:p>
            <a:r>
              <a:rPr lang="en-US" sz="1440" kern="1200">
                <a:solidFill>
                  <a:schemeClr val="tx1"/>
                </a:solidFill>
                <a:effectLst/>
                <a:latin typeface="+mn-lt"/>
                <a:ea typeface="+mn-ea"/>
                <a:cs typeface="+mn-cs"/>
              </a:rPr>
              <a:t> </a:t>
            </a:r>
          </a:p>
          <a:p>
            <a:r>
              <a:rPr lang="en-US" sz="1440" b="1" kern="1200">
                <a:solidFill>
                  <a:schemeClr val="tx1"/>
                </a:solidFill>
                <a:effectLst/>
                <a:latin typeface="+mn-lt"/>
                <a:ea typeface="+mn-ea"/>
                <a:cs typeface="+mn-cs"/>
              </a:rPr>
              <a:t>Guardrails</a:t>
            </a:r>
            <a:r>
              <a:rPr lang="en-US" sz="1440" kern="1200">
                <a:solidFill>
                  <a:schemeClr val="tx1"/>
                </a:solidFill>
                <a:effectLst/>
                <a:latin typeface="+mn-lt"/>
                <a:ea typeface="+mn-ea"/>
                <a:cs typeface="+mn-cs"/>
              </a:rPr>
              <a:t>: Bedrock Guardrails sit in front of the models to filter inputs/outputs: such as content filtering, topic blocking, PII redaction before anything hits the LLM.</a:t>
            </a:r>
          </a:p>
          <a:p>
            <a:endParaRPr lang="en-US" sz="1440" kern="1200">
              <a:solidFill>
                <a:schemeClr val="tx1"/>
              </a:solidFill>
              <a:effectLst/>
              <a:latin typeface="+mn-lt"/>
              <a:ea typeface="+mn-ea"/>
              <a:cs typeface="+mn-cs"/>
            </a:endParaRPr>
          </a:p>
          <a:p>
            <a:r>
              <a:rPr lang="en-US" sz="1440" b="1" kern="1200">
                <a:solidFill>
                  <a:schemeClr val="tx1"/>
                </a:solidFill>
                <a:effectLst/>
                <a:latin typeface="+mn-lt"/>
                <a:ea typeface="+mn-ea"/>
                <a:cs typeface="+mn-cs"/>
              </a:rPr>
              <a:t>Observability &amp; Audit</a:t>
            </a:r>
            <a:r>
              <a:rPr lang="en-US" sz="1440" kern="1200">
                <a:solidFill>
                  <a:schemeClr val="tx1"/>
                </a:solidFill>
                <a:effectLst/>
                <a:latin typeface="+mn-lt"/>
                <a:ea typeface="+mn-ea"/>
                <a:cs typeface="+mn-cs"/>
              </a:rPr>
              <a:t>: </a:t>
            </a:r>
            <a:r>
              <a:rPr lang="en-US" sz="1440" kern="1200" err="1">
                <a:solidFill>
                  <a:schemeClr val="tx1"/>
                </a:solidFill>
                <a:effectLst/>
                <a:latin typeface="+mn-lt"/>
                <a:ea typeface="+mn-ea"/>
                <a:cs typeface="+mn-cs"/>
              </a:rPr>
              <a:t>AgentCore</a:t>
            </a:r>
            <a:r>
              <a:rPr lang="en-US" sz="1440" kern="1200">
                <a:solidFill>
                  <a:schemeClr val="tx1"/>
                </a:solidFill>
                <a:effectLst/>
                <a:latin typeface="+mn-lt"/>
                <a:ea typeface="+mn-ea"/>
                <a:cs typeface="+mn-cs"/>
              </a:rPr>
              <a:t> Observability (step 9) feeds into CloudWatch, plus </a:t>
            </a:r>
            <a:r>
              <a:rPr lang="en-US" sz="1440" kern="1200" err="1">
                <a:solidFill>
                  <a:schemeClr val="tx1"/>
                </a:solidFill>
                <a:effectLst/>
                <a:latin typeface="+mn-lt"/>
                <a:ea typeface="+mn-ea"/>
                <a:cs typeface="+mn-cs"/>
              </a:rPr>
              <a:t>Langfuse</a:t>
            </a:r>
            <a:r>
              <a:rPr lang="en-US" sz="1440" kern="1200">
                <a:solidFill>
                  <a:schemeClr val="tx1"/>
                </a:solidFill>
                <a:effectLst/>
                <a:latin typeface="+mn-lt"/>
                <a:ea typeface="+mn-ea"/>
                <a:cs typeface="+mn-cs"/>
              </a:rPr>
              <a:t> (step 11) provides an external trace layer. This gives you full audit trails of every agent action and decision.</a:t>
            </a:r>
          </a:p>
          <a:p>
            <a:r>
              <a:rPr lang="en-US" sz="1440" kern="1200">
                <a:solidFill>
                  <a:schemeClr val="tx1"/>
                </a:solidFill>
                <a:effectLst/>
                <a:latin typeface="+mn-lt"/>
                <a:ea typeface="+mn-ea"/>
                <a:cs typeface="+mn-cs"/>
              </a:rPr>
              <a:t> </a:t>
            </a:r>
          </a:p>
          <a:p>
            <a:r>
              <a:rPr lang="en-US" sz="1440" b="1" kern="1200">
                <a:solidFill>
                  <a:schemeClr val="tx1"/>
                </a:solidFill>
                <a:effectLst/>
                <a:latin typeface="+mn-lt"/>
                <a:ea typeface="+mn-ea"/>
                <a:cs typeface="+mn-cs"/>
              </a:rPr>
              <a:t>Memory Governance</a:t>
            </a:r>
            <a:r>
              <a:rPr lang="en-US" sz="1440" kern="1200">
                <a:solidFill>
                  <a:schemeClr val="tx1"/>
                </a:solidFill>
                <a:effectLst/>
                <a:latin typeface="+mn-lt"/>
                <a:ea typeface="+mn-ea"/>
                <a:cs typeface="+mn-cs"/>
              </a:rPr>
              <a:t>: </a:t>
            </a:r>
            <a:r>
              <a:rPr lang="en-US" sz="1440" kern="1200" err="1">
                <a:solidFill>
                  <a:schemeClr val="tx1"/>
                </a:solidFill>
                <a:effectLst/>
                <a:latin typeface="+mn-lt"/>
                <a:ea typeface="+mn-ea"/>
                <a:cs typeface="+mn-cs"/>
              </a:rPr>
              <a:t>AgentCore</a:t>
            </a:r>
            <a:r>
              <a:rPr lang="en-US" sz="1440" kern="1200">
                <a:solidFill>
                  <a:schemeClr val="tx1"/>
                </a:solidFill>
                <a:effectLst/>
                <a:latin typeface="+mn-lt"/>
                <a:ea typeface="+mn-ea"/>
                <a:cs typeface="+mn-cs"/>
              </a:rPr>
              <a:t> Memory (step 5) centralizes what the agent retains, giving you a single place to manage data retention and context boundaries rather than letting state scatter across services.</a:t>
            </a:r>
          </a:p>
          <a:p>
            <a:r>
              <a:rPr lang="en-US" sz="1440" kern="1200">
                <a:solidFill>
                  <a:schemeClr val="tx1"/>
                </a:solidFill>
                <a:effectLst/>
                <a:latin typeface="+mn-lt"/>
                <a:ea typeface="+mn-ea"/>
                <a:cs typeface="+mn-cs"/>
              </a:rPr>
              <a:t> </a:t>
            </a:r>
          </a:p>
          <a:p>
            <a:r>
              <a:rPr lang="en-US" sz="1440" kern="1200">
                <a:solidFill>
                  <a:schemeClr val="tx1"/>
                </a:solidFill>
                <a:effectLst/>
                <a:latin typeface="+mn-lt"/>
                <a:ea typeface="+mn-ea"/>
                <a:cs typeface="+mn-cs"/>
              </a:rPr>
              <a:t>In short — it's the "harness architecture" we were just talking about. Every layer between the user and the external world is a security control point.</a:t>
            </a:r>
          </a:p>
          <a:p>
            <a:endParaRPr lang="en-US"/>
          </a:p>
        </p:txBody>
      </p:sp>
      <p:sp>
        <p:nvSpPr>
          <p:cNvPr id="4" name="Slide Number Placeholder 3"/>
          <p:cNvSpPr>
            <a:spLocks noGrp="1"/>
          </p:cNvSpPr>
          <p:nvPr>
            <p:ph type="sldNum" sz="quarter" idx="5"/>
          </p:nvPr>
        </p:nvSpPr>
        <p:spPr/>
        <p:txBody>
          <a:bodyPr/>
          <a:lstStyle/>
          <a:p>
            <a:fld id="{14AA21D0-2D2F-449C-9811-374BADDD28AC}" type="slidenum">
              <a:rPr lang="en-US" smtClean="0"/>
              <a:t>26</a:t>
            </a:fld>
            <a:endParaRPr lang="en-US"/>
          </a:p>
        </p:txBody>
      </p:sp>
    </p:spTree>
    <p:extLst>
      <p:ext uri="{BB962C8B-B14F-4D97-AF65-F5344CB8AC3E}">
        <p14:creationId xmlns:p14="http://schemas.microsoft.com/office/powerpoint/2010/main" val="2827620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562A4-BCE4-9A3A-6153-41AC17F6A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45E347-7F07-B953-7B5C-7769AD0D2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7B93A-CCFB-471A-2ABE-E4B3572AF5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6EC82B-DB79-3D72-F5B4-D2148D9BD963}"/>
              </a:ext>
            </a:extLst>
          </p:cNvPr>
          <p:cNvSpPr>
            <a:spLocks noGrp="1"/>
          </p:cNvSpPr>
          <p:nvPr>
            <p:ph type="sldNum" sz="quarter" idx="5"/>
          </p:nvPr>
        </p:nvSpPr>
        <p:spPr/>
        <p:txBody>
          <a:bodyPr/>
          <a:lstStyle/>
          <a:p>
            <a:fld id="{14AA21D0-2D2F-449C-9811-374BADDD28AC}" type="slidenum">
              <a:rPr lang="en-US" smtClean="0"/>
              <a:t>28</a:t>
            </a:fld>
            <a:endParaRPr lang="en-US"/>
          </a:p>
        </p:txBody>
      </p:sp>
    </p:spTree>
    <p:extLst>
      <p:ext uri="{BB962C8B-B14F-4D97-AF65-F5344CB8AC3E}">
        <p14:creationId xmlns:p14="http://schemas.microsoft.com/office/powerpoint/2010/main" val="16421090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5.emf"/><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 Slide 0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708D3A9-6BEB-CE45-7C80-001CC48A75E3}"/>
              </a:ext>
            </a:extLst>
          </p:cNvPr>
          <p:cNvSpPr/>
          <p:nvPr userDrawn="1"/>
        </p:nvSpPr>
        <p:spPr>
          <a:xfrm>
            <a:off x="1" y="0"/>
            <a:ext cx="14630400" cy="822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60812A9-F420-211F-62A5-919C252497EA}"/>
              </a:ext>
            </a:extLst>
          </p:cNvPr>
          <p:cNvPicPr>
            <a:picLocks/>
          </p:cNvPicPr>
          <p:nvPr userDrawn="1"/>
        </p:nvPicPr>
        <p:blipFill>
          <a:blip r:embed="rId2">
            <a:alphaModFix/>
          </a:blip>
          <a:srcRect l="8781" t="6896" r="22939" b="35147"/>
          <a:stretch>
            <a:fillRect/>
          </a:stretch>
        </p:blipFill>
        <p:spPr>
          <a:xfrm>
            <a:off x="7201404" y="1199199"/>
            <a:ext cx="7441188" cy="7049811"/>
          </a:xfrm>
          <a:prstGeom prst="rect">
            <a:avLst/>
          </a:prstGeom>
        </p:spPr>
      </p:pic>
      <p:pic>
        <p:nvPicPr>
          <p:cNvPr id="13" name="Picture 12">
            <a:extLst>
              <a:ext uri="{FF2B5EF4-FFF2-40B4-BE49-F238E27FC236}">
                <a16:creationId xmlns:a16="http://schemas.microsoft.com/office/drawing/2014/main" id="{96483BCC-110D-15BC-C41D-BCD9CDE4A681}"/>
              </a:ext>
            </a:extLst>
          </p:cNvPr>
          <p:cNvPicPr>
            <a:picLocks noChangeAspect="1"/>
          </p:cNvPicPr>
          <p:nvPr userDrawn="1"/>
        </p:nvPicPr>
        <p:blipFill>
          <a:blip r:embed="rId3"/>
          <a:srcRect l="8367" t="-1" b="17837"/>
          <a:stretch>
            <a:fillRect/>
          </a:stretch>
        </p:blipFill>
        <p:spPr>
          <a:xfrm flipH="1">
            <a:off x="7714188" y="1770380"/>
            <a:ext cx="6928404" cy="3594100"/>
          </a:xfrm>
          <a:prstGeom prst="rect">
            <a:avLst/>
          </a:prstGeom>
        </p:spPr>
      </p:pic>
      <p:sp>
        <p:nvSpPr>
          <p:cNvPr id="2" name="Title 1">
            <a:extLst>
              <a:ext uri="{FF2B5EF4-FFF2-40B4-BE49-F238E27FC236}">
                <a16:creationId xmlns:a16="http://schemas.microsoft.com/office/drawing/2014/main" id="{AEE7E6AB-6FE3-7D9B-DFD4-EDDA0A2ACCFF}"/>
              </a:ext>
            </a:extLst>
          </p:cNvPr>
          <p:cNvSpPr>
            <a:spLocks noGrp="1"/>
          </p:cNvSpPr>
          <p:nvPr>
            <p:ph type="ctrTitle" hasCustomPrompt="1"/>
          </p:nvPr>
        </p:nvSpPr>
        <p:spPr>
          <a:xfrm>
            <a:off x="1143000" y="1752600"/>
            <a:ext cx="6369050" cy="3248025"/>
          </a:xfrm>
        </p:spPr>
        <p:txBody>
          <a:bodyPr anchor="b"/>
          <a:lstStyle>
            <a:lvl1pPr algn="l">
              <a:lnSpc>
                <a:spcPct val="75000"/>
              </a:lnSpc>
              <a:defRPr sz="8700"/>
            </a:lvl1pPr>
          </a:lstStyle>
          <a:p>
            <a:r>
              <a:rPr lang="en-US"/>
              <a:t>Click to Add Deck Title Here</a:t>
            </a:r>
          </a:p>
        </p:txBody>
      </p:sp>
      <p:sp>
        <p:nvSpPr>
          <p:cNvPr id="3" name="Subtitle 2">
            <a:extLst>
              <a:ext uri="{FF2B5EF4-FFF2-40B4-BE49-F238E27FC236}">
                <a16:creationId xmlns:a16="http://schemas.microsoft.com/office/drawing/2014/main" id="{26C549AA-9609-57C5-C5A4-4BA3D9357F6E}"/>
              </a:ext>
            </a:extLst>
          </p:cNvPr>
          <p:cNvSpPr>
            <a:spLocks noGrp="1"/>
          </p:cNvSpPr>
          <p:nvPr>
            <p:ph type="subTitle" idx="1" hasCustomPrompt="1"/>
          </p:nvPr>
        </p:nvSpPr>
        <p:spPr>
          <a:xfrm>
            <a:off x="1143001" y="5295901"/>
            <a:ext cx="5900737" cy="1181100"/>
          </a:xfrm>
        </p:spPr>
        <p:txBody>
          <a:bodyPr/>
          <a:lstStyle>
            <a:lvl1pPr marL="0" indent="0" algn="l">
              <a:lnSpc>
                <a:spcPct val="100000"/>
              </a:lnSpc>
              <a:buNone/>
              <a:defRPr sz="3200" b="0" i="0">
                <a:latin typeface="Aptos Ligh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Text Placeholder 9">
            <a:extLst>
              <a:ext uri="{FF2B5EF4-FFF2-40B4-BE49-F238E27FC236}">
                <a16:creationId xmlns:a16="http://schemas.microsoft.com/office/drawing/2014/main" id="{6C8F8848-6663-0018-A40C-8E6BF8826F00}"/>
              </a:ext>
            </a:extLst>
          </p:cNvPr>
          <p:cNvSpPr>
            <a:spLocks noGrp="1"/>
          </p:cNvSpPr>
          <p:nvPr>
            <p:ph type="body" sz="quarter" idx="13" hasCustomPrompt="1"/>
          </p:nvPr>
        </p:nvSpPr>
        <p:spPr>
          <a:xfrm>
            <a:off x="1143000" y="719074"/>
            <a:ext cx="1930398"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First name M. Last name</a:t>
            </a:r>
          </a:p>
        </p:txBody>
      </p:sp>
      <p:sp>
        <p:nvSpPr>
          <p:cNvPr id="15" name="Text Placeholder 9">
            <a:extLst>
              <a:ext uri="{FF2B5EF4-FFF2-40B4-BE49-F238E27FC236}">
                <a16:creationId xmlns:a16="http://schemas.microsoft.com/office/drawing/2014/main" id="{F315348F-B0BF-8D6B-3C06-11EB7EFC7D1D}"/>
              </a:ext>
            </a:extLst>
          </p:cNvPr>
          <p:cNvSpPr>
            <a:spLocks noGrp="1"/>
          </p:cNvSpPr>
          <p:nvPr>
            <p:ph type="body" sz="quarter" idx="19" hasCustomPrompt="1"/>
          </p:nvPr>
        </p:nvSpPr>
        <p:spPr>
          <a:xfrm>
            <a:off x="3342793" y="722376"/>
            <a:ext cx="1991207"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Title Goes Here</a:t>
            </a:r>
          </a:p>
        </p:txBody>
      </p:sp>
      <p:sp>
        <p:nvSpPr>
          <p:cNvPr id="16" name="Text Placeholder 9">
            <a:extLst>
              <a:ext uri="{FF2B5EF4-FFF2-40B4-BE49-F238E27FC236}">
                <a16:creationId xmlns:a16="http://schemas.microsoft.com/office/drawing/2014/main" id="{6177D241-C5C1-8D56-9CC8-DDF16B36A9FD}"/>
              </a:ext>
            </a:extLst>
          </p:cNvPr>
          <p:cNvSpPr>
            <a:spLocks noGrp="1"/>
          </p:cNvSpPr>
          <p:nvPr>
            <p:ph type="body" sz="quarter" idx="20" hasCustomPrompt="1"/>
          </p:nvPr>
        </p:nvSpPr>
        <p:spPr>
          <a:xfrm>
            <a:off x="5511800" y="722376"/>
            <a:ext cx="1998980"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Email Goes Here</a:t>
            </a:r>
          </a:p>
        </p:txBody>
      </p:sp>
      <p:sp>
        <p:nvSpPr>
          <p:cNvPr id="17" name="Text Placeholder 9">
            <a:extLst>
              <a:ext uri="{FF2B5EF4-FFF2-40B4-BE49-F238E27FC236}">
                <a16:creationId xmlns:a16="http://schemas.microsoft.com/office/drawing/2014/main" id="{ACF74836-94F2-E94D-289E-594DA45B273F}"/>
              </a:ext>
            </a:extLst>
          </p:cNvPr>
          <p:cNvSpPr>
            <a:spLocks noGrp="1"/>
          </p:cNvSpPr>
          <p:nvPr>
            <p:ph type="body" sz="quarter" idx="23" hasCustomPrompt="1"/>
          </p:nvPr>
        </p:nvSpPr>
        <p:spPr>
          <a:xfrm>
            <a:off x="7703671" y="722376"/>
            <a:ext cx="1998980"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MM.DD.YYYY</a:t>
            </a:r>
          </a:p>
        </p:txBody>
      </p:sp>
      <p:pic>
        <p:nvPicPr>
          <p:cNvPr id="19" name="Picture 18">
            <a:extLst>
              <a:ext uri="{FF2B5EF4-FFF2-40B4-BE49-F238E27FC236}">
                <a16:creationId xmlns:a16="http://schemas.microsoft.com/office/drawing/2014/main" id="{025259E3-6EA2-42BB-111A-9076E3B61A7E}"/>
              </a:ext>
            </a:extLst>
          </p:cNvPr>
          <p:cNvPicPr>
            <a:picLocks noChangeAspect="1"/>
          </p:cNvPicPr>
          <p:nvPr userDrawn="1"/>
        </p:nvPicPr>
        <p:blipFill>
          <a:blip r:embed="rId4"/>
          <a:stretch>
            <a:fillRect/>
          </a:stretch>
        </p:blipFill>
        <p:spPr>
          <a:xfrm>
            <a:off x="12933484" y="571500"/>
            <a:ext cx="1125416" cy="304800"/>
          </a:xfrm>
          <a:prstGeom prst="rect">
            <a:avLst/>
          </a:prstGeom>
        </p:spPr>
      </p:pic>
      <p:sp>
        <p:nvSpPr>
          <p:cNvPr id="18" name="TextBox 17">
            <a:extLst>
              <a:ext uri="{FF2B5EF4-FFF2-40B4-BE49-F238E27FC236}">
                <a16:creationId xmlns:a16="http://schemas.microsoft.com/office/drawing/2014/main" id="{598415CF-35B4-6C8F-9D09-4C460CDC0F9D}"/>
              </a:ext>
            </a:extLst>
          </p:cNvPr>
          <p:cNvSpPr txBox="1"/>
          <p:nvPr userDrawn="1"/>
        </p:nvSpPr>
        <p:spPr>
          <a:xfrm rot="5400000">
            <a:off x="878044" y="7367900"/>
            <a:ext cx="571501" cy="269952"/>
          </a:xfrm>
          <a:prstGeom prst="rect">
            <a:avLst/>
          </a:prstGeom>
          <a:noFill/>
        </p:spPr>
        <p:txBody>
          <a:bodyPr vert="vert270" wrap="square" lIns="0" tIns="54864" rIns="0" bIns="0" rtlCol="0" anchor="ctr" anchorCtr="0">
            <a:noAutofit/>
          </a:bodyPr>
          <a:lstStyle/>
          <a:p>
            <a:pPr algn="r"/>
            <a:r>
              <a:rPr lang="en-US" sz="1200" b="0" i="0">
                <a:solidFill>
                  <a:schemeClr val="bg1">
                    <a:alpha val="40000"/>
                  </a:schemeClr>
                </a:solidFill>
                <a:latin typeface="+mn-lt"/>
              </a:rPr>
              <a:t>©</a:t>
            </a:r>
          </a:p>
        </p:txBody>
      </p:sp>
      <p:sp>
        <p:nvSpPr>
          <p:cNvPr id="23" name="TextBox 22">
            <a:extLst>
              <a:ext uri="{FF2B5EF4-FFF2-40B4-BE49-F238E27FC236}">
                <a16:creationId xmlns:a16="http://schemas.microsoft.com/office/drawing/2014/main" id="{95696D38-5DDA-755A-650C-DD4EBFD24B03}"/>
              </a:ext>
            </a:extLst>
          </p:cNvPr>
          <p:cNvSpPr txBox="1">
            <a:spLocks/>
          </p:cNvSpPr>
          <p:nvPr userDrawn="1"/>
        </p:nvSpPr>
        <p:spPr>
          <a:xfrm>
            <a:off x="1674572" y="7210973"/>
            <a:ext cx="182880" cy="576072"/>
          </a:xfrm>
          <a:prstGeom prst="rect">
            <a:avLst/>
          </a:prstGeom>
          <a:noFill/>
        </p:spPr>
        <p:txBody>
          <a:bodyPr wrap="square" lIns="0" tIns="0" rIns="0" bIns="18288" rtlCol="0" anchor="ctr">
            <a:spAutoFit/>
          </a:bodyPr>
          <a:lstStyle/>
          <a:p>
            <a:pPr algn="ctr"/>
            <a:r>
              <a:rPr lang="en-US" sz="1200">
                <a:solidFill>
                  <a:schemeClr val="bg1">
                    <a:alpha val="35000"/>
                  </a:schemeClr>
                </a:solidFill>
                <a:latin typeface="+mn-lt"/>
              </a:rPr>
              <a:t>|</a:t>
            </a:r>
          </a:p>
        </p:txBody>
      </p:sp>
      <p:sp>
        <p:nvSpPr>
          <p:cNvPr id="27" name="Date Placeholder 26">
            <a:extLst>
              <a:ext uri="{FF2B5EF4-FFF2-40B4-BE49-F238E27FC236}">
                <a16:creationId xmlns:a16="http://schemas.microsoft.com/office/drawing/2014/main" id="{34F318AE-E5AA-DD69-F95D-55E026FF61E6}"/>
              </a:ext>
            </a:extLst>
          </p:cNvPr>
          <p:cNvSpPr>
            <a:spLocks noGrp="1"/>
          </p:cNvSpPr>
          <p:nvPr>
            <p:ph type="dt" sz="half" idx="24"/>
          </p:nvPr>
        </p:nvSpPr>
        <p:spPr>
          <a:xfrm>
            <a:off x="1306505" y="7206849"/>
            <a:ext cx="406918" cy="580196"/>
          </a:xfrm>
        </p:spPr>
        <p:txBody>
          <a:bodyPr/>
          <a:lstStyle/>
          <a:p>
            <a:r>
              <a:rPr lang="en-US"/>
              <a:t>2026</a:t>
            </a:r>
          </a:p>
        </p:txBody>
      </p:sp>
      <p:sp>
        <p:nvSpPr>
          <p:cNvPr id="28" name="Footer Placeholder 27">
            <a:extLst>
              <a:ext uri="{FF2B5EF4-FFF2-40B4-BE49-F238E27FC236}">
                <a16:creationId xmlns:a16="http://schemas.microsoft.com/office/drawing/2014/main" id="{79A1E0B0-CAEE-8FB9-8CD5-305C5F5874A9}"/>
              </a:ext>
            </a:extLst>
          </p:cNvPr>
          <p:cNvSpPr>
            <a:spLocks noGrp="1"/>
          </p:cNvSpPr>
          <p:nvPr>
            <p:ph type="ftr" sz="quarter" idx="25"/>
          </p:nvPr>
        </p:nvSpPr>
        <p:spPr>
          <a:xfrm>
            <a:off x="1868864" y="7217127"/>
            <a:ext cx="4133850" cy="576072"/>
          </a:xfrm>
        </p:spPr>
        <p:txBody>
          <a:bodyPr/>
          <a:lstStyle/>
          <a:p>
            <a:r>
              <a:rPr lang="en-US"/>
              <a:t>Confidential</a:t>
            </a:r>
          </a:p>
        </p:txBody>
      </p:sp>
      <p:pic>
        <p:nvPicPr>
          <p:cNvPr id="30" name="Picture 29" descr="A white and black sign with black border&#10;&#10;AI-generated content may be incorrect.">
            <a:extLst>
              <a:ext uri="{FF2B5EF4-FFF2-40B4-BE49-F238E27FC236}">
                <a16:creationId xmlns:a16="http://schemas.microsoft.com/office/drawing/2014/main" id="{CE0E5A3E-0500-0AB2-6933-F9CF1E759C6F}"/>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3144500" y="6729413"/>
            <a:ext cx="928688" cy="928688"/>
          </a:xfrm>
          <a:prstGeom prst="rect">
            <a:avLst/>
          </a:prstGeom>
        </p:spPr>
      </p:pic>
    </p:spTree>
    <p:extLst>
      <p:ext uri="{BB962C8B-B14F-4D97-AF65-F5344CB8AC3E}">
        <p14:creationId xmlns:p14="http://schemas.microsoft.com/office/powerpoint/2010/main" val="255760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 02">
    <p:spTree>
      <p:nvGrpSpPr>
        <p:cNvPr id="1" name=""/>
        <p:cNvGrpSpPr/>
        <p:nvPr/>
      </p:nvGrpSpPr>
      <p:grpSpPr>
        <a:xfrm>
          <a:off x="0" y="0"/>
          <a:ext cx="0" cy="0"/>
          <a:chOff x="0" y="0"/>
          <a:chExt cx="0" cy="0"/>
        </a:xfrm>
      </p:grpSpPr>
      <p:pic>
        <p:nvPicPr>
          <p:cNvPr id="5" name="Picture 4" descr="A blue and orange gradient&#10;&#10;AI-generated content may be incorrect.">
            <a:extLst>
              <a:ext uri="{FF2B5EF4-FFF2-40B4-BE49-F238E27FC236}">
                <a16:creationId xmlns:a16="http://schemas.microsoft.com/office/drawing/2014/main" id="{00466943-502A-B1A6-2A11-645F05AF9F4F}"/>
              </a:ext>
            </a:extLst>
          </p:cNvPr>
          <p:cNvPicPr preferRelativeResize="0">
            <a:picLocks/>
          </p:cNvPicPr>
          <p:nvPr userDrawn="1"/>
        </p:nvPicPr>
        <p:blipFill>
          <a:blip r:embed="rId2" cstate="screen">
            <a:extLst>
              <a:ext uri="{28A0092B-C50C-407E-A947-70E740481C1C}">
                <a14:useLocalDpi xmlns:a14="http://schemas.microsoft.com/office/drawing/2010/main"/>
              </a:ext>
            </a:extLst>
          </a:blip>
          <a:srcRect/>
          <a:stretch>
            <a:fillRect/>
          </a:stretch>
        </p:blipFill>
        <p:spPr>
          <a:xfrm>
            <a:off x="4603" y="-1167"/>
            <a:ext cx="14625796" cy="8229600"/>
          </a:xfrm>
          <a:prstGeom prst="rect">
            <a:avLst/>
          </a:prstGeom>
        </p:spPr>
      </p:pic>
      <p:pic>
        <p:nvPicPr>
          <p:cNvPr id="6" name="Picture 5" descr="A black and orange sky&#10;&#10;AI-generated content may be incorrect.">
            <a:extLst>
              <a:ext uri="{FF2B5EF4-FFF2-40B4-BE49-F238E27FC236}">
                <a16:creationId xmlns:a16="http://schemas.microsoft.com/office/drawing/2014/main" id="{76D14DFB-9102-F1AF-A367-E637C3EEBC05}"/>
              </a:ext>
            </a:extLst>
          </p:cNvPr>
          <p:cNvPicPr>
            <a:picLocks/>
          </p:cNvPicPr>
          <p:nvPr userDrawn="1"/>
        </p:nvPicPr>
        <p:blipFill>
          <a:blip r:embed="rId3" cstate="screen">
            <a:alphaModFix amt="60000"/>
            <a:extLst>
              <a:ext uri="{28A0092B-C50C-407E-A947-70E740481C1C}">
                <a14:useLocalDpi xmlns:a14="http://schemas.microsoft.com/office/drawing/2010/main"/>
              </a:ext>
            </a:extLst>
          </a:blip>
          <a:stretch>
            <a:fillRect/>
          </a:stretch>
        </p:blipFill>
        <p:spPr>
          <a:xfrm>
            <a:off x="0" y="30230"/>
            <a:ext cx="14616590" cy="8227267"/>
          </a:xfrm>
          <a:prstGeom prst="rect">
            <a:avLst/>
          </a:prstGeom>
        </p:spPr>
      </p:pic>
      <p:pic>
        <p:nvPicPr>
          <p:cNvPr id="7" name="Picture 6">
            <a:extLst>
              <a:ext uri="{FF2B5EF4-FFF2-40B4-BE49-F238E27FC236}">
                <a16:creationId xmlns:a16="http://schemas.microsoft.com/office/drawing/2014/main" id="{C83FFF7C-A2C2-30EB-2ACE-0FCBD48C2ACA}"/>
              </a:ext>
            </a:extLst>
          </p:cNvPr>
          <p:cNvPicPr>
            <a:picLocks noChangeAspect="1"/>
          </p:cNvPicPr>
          <p:nvPr userDrawn="1"/>
        </p:nvPicPr>
        <p:blipFill>
          <a:blip r:embed="rId4" cstate="screen">
            <a:alphaModFix amt="15000"/>
            <a:extLst>
              <a:ext uri="{28A0092B-C50C-407E-A947-70E740481C1C}">
                <a14:useLocalDpi xmlns:a14="http://schemas.microsoft.com/office/drawing/2010/main"/>
              </a:ext>
            </a:extLst>
          </a:blip>
          <a:srcRect t="320" b="320"/>
          <a:stretch/>
        </p:blipFill>
        <p:spPr>
          <a:xfrm>
            <a:off x="9208" y="-15699"/>
            <a:ext cx="14616590" cy="8258664"/>
          </a:xfrm>
          <a:prstGeom prst="rect">
            <a:avLst/>
          </a:prstGeom>
        </p:spPr>
      </p:pic>
      <p:pic>
        <p:nvPicPr>
          <p:cNvPr id="11" name="Picture 10">
            <a:extLst>
              <a:ext uri="{FF2B5EF4-FFF2-40B4-BE49-F238E27FC236}">
                <a16:creationId xmlns:a16="http://schemas.microsoft.com/office/drawing/2014/main" id="{460812A9-F420-211F-62A5-919C252497EA}"/>
              </a:ext>
            </a:extLst>
          </p:cNvPr>
          <p:cNvPicPr>
            <a:picLocks/>
          </p:cNvPicPr>
          <p:nvPr userDrawn="1"/>
        </p:nvPicPr>
        <p:blipFill>
          <a:blip r:embed="rId5">
            <a:alphaModFix/>
          </a:blip>
          <a:srcRect l="8782" t="6896" r="22610" b="35147"/>
          <a:stretch>
            <a:fillRect/>
          </a:stretch>
        </p:blipFill>
        <p:spPr>
          <a:xfrm>
            <a:off x="7177019" y="1207686"/>
            <a:ext cx="7476984" cy="7049811"/>
          </a:xfrm>
          <a:prstGeom prst="rect">
            <a:avLst/>
          </a:prstGeom>
        </p:spPr>
      </p:pic>
      <p:pic>
        <p:nvPicPr>
          <p:cNvPr id="13" name="Picture 12">
            <a:extLst>
              <a:ext uri="{FF2B5EF4-FFF2-40B4-BE49-F238E27FC236}">
                <a16:creationId xmlns:a16="http://schemas.microsoft.com/office/drawing/2014/main" id="{96483BCC-110D-15BC-C41D-BCD9CDE4A681}"/>
              </a:ext>
            </a:extLst>
          </p:cNvPr>
          <p:cNvPicPr>
            <a:picLocks noChangeAspect="1"/>
          </p:cNvPicPr>
          <p:nvPr userDrawn="1"/>
        </p:nvPicPr>
        <p:blipFill>
          <a:blip r:embed="rId6"/>
          <a:srcRect l="8467" t="-1" b="17837"/>
          <a:stretch>
            <a:fillRect/>
          </a:stretch>
        </p:blipFill>
        <p:spPr>
          <a:xfrm flipH="1">
            <a:off x="7714188" y="1770380"/>
            <a:ext cx="6920814" cy="3594100"/>
          </a:xfrm>
          <a:prstGeom prst="rect">
            <a:avLst/>
          </a:prstGeom>
        </p:spPr>
      </p:pic>
      <p:sp>
        <p:nvSpPr>
          <p:cNvPr id="2" name="Title 1">
            <a:extLst>
              <a:ext uri="{FF2B5EF4-FFF2-40B4-BE49-F238E27FC236}">
                <a16:creationId xmlns:a16="http://schemas.microsoft.com/office/drawing/2014/main" id="{AEE7E6AB-6FE3-7D9B-DFD4-EDDA0A2ACCFF}"/>
              </a:ext>
            </a:extLst>
          </p:cNvPr>
          <p:cNvSpPr>
            <a:spLocks noGrp="1"/>
          </p:cNvSpPr>
          <p:nvPr userDrawn="1">
            <p:ph type="ctrTitle" hasCustomPrompt="1"/>
          </p:nvPr>
        </p:nvSpPr>
        <p:spPr>
          <a:xfrm>
            <a:off x="1143000" y="1752600"/>
            <a:ext cx="6369050" cy="3248025"/>
          </a:xfrm>
        </p:spPr>
        <p:txBody>
          <a:bodyPr anchor="b"/>
          <a:lstStyle>
            <a:lvl1pPr algn="l">
              <a:lnSpc>
                <a:spcPct val="75000"/>
              </a:lnSpc>
              <a:defRPr sz="8700"/>
            </a:lvl1pPr>
          </a:lstStyle>
          <a:p>
            <a:r>
              <a:rPr lang="en-US"/>
              <a:t>Click to Add Deck Title Here</a:t>
            </a:r>
          </a:p>
        </p:txBody>
      </p:sp>
      <p:sp>
        <p:nvSpPr>
          <p:cNvPr id="3" name="Subtitle 2">
            <a:extLst>
              <a:ext uri="{FF2B5EF4-FFF2-40B4-BE49-F238E27FC236}">
                <a16:creationId xmlns:a16="http://schemas.microsoft.com/office/drawing/2014/main" id="{26C549AA-9609-57C5-C5A4-4BA3D9357F6E}"/>
              </a:ext>
            </a:extLst>
          </p:cNvPr>
          <p:cNvSpPr>
            <a:spLocks noGrp="1"/>
          </p:cNvSpPr>
          <p:nvPr userDrawn="1">
            <p:ph type="subTitle" idx="1" hasCustomPrompt="1"/>
          </p:nvPr>
        </p:nvSpPr>
        <p:spPr>
          <a:xfrm>
            <a:off x="1143001" y="5295901"/>
            <a:ext cx="5900737" cy="1181100"/>
          </a:xfrm>
        </p:spPr>
        <p:txBody>
          <a:bodyPr/>
          <a:lstStyle>
            <a:lvl1pPr marL="0" indent="0" algn="l">
              <a:lnSpc>
                <a:spcPct val="100000"/>
              </a:lnSpc>
              <a:buNone/>
              <a:defRPr sz="3200" b="0" i="0">
                <a:latin typeface="Aptos Ligh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Text Placeholder 9">
            <a:extLst>
              <a:ext uri="{FF2B5EF4-FFF2-40B4-BE49-F238E27FC236}">
                <a16:creationId xmlns:a16="http://schemas.microsoft.com/office/drawing/2014/main" id="{6C8F8848-6663-0018-A40C-8E6BF8826F00}"/>
              </a:ext>
            </a:extLst>
          </p:cNvPr>
          <p:cNvSpPr>
            <a:spLocks noGrp="1"/>
          </p:cNvSpPr>
          <p:nvPr userDrawn="1">
            <p:ph type="body" sz="quarter" idx="13" hasCustomPrompt="1"/>
          </p:nvPr>
        </p:nvSpPr>
        <p:spPr>
          <a:xfrm>
            <a:off x="1143000" y="719074"/>
            <a:ext cx="1930398"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First name M. Last name</a:t>
            </a:r>
          </a:p>
        </p:txBody>
      </p:sp>
      <p:sp>
        <p:nvSpPr>
          <p:cNvPr id="15" name="Text Placeholder 9">
            <a:extLst>
              <a:ext uri="{FF2B5EF4-FFF2-40B4-BE49-F238E27FC236}">
                <a16:creationId xmlns:a16="http://schemas.microsoft.com/office/drawing/2014/main" id="{F315348F-B0BF-8D6B-3C06-11EB7EFC7D1D}"/>
              </a:ext>
            </a:extLst>
          </p:cNvPr>
          <p:cNvSpPr>
            <a:spLocks noGrp="1"/>
          </p:cNvSpPr>
          <p:nvPr userDrawn="1">
            <p:ph type="body" sz="quarter" idx="19" hasCustomPrompt="1"/>
          </p:nvPr>
        </p:nvSpPr>
        <p:spPr>
          <a:xfrm>
            <a:off x="3342793" y="722376"/>
            <a:ext cx="1991207"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Title Goes Here</a:t>
            </a:r>
          </a:p>
        </p:txBody>
      </p:sp>
      <p:sp>
        <p:nvSpPr>
          <p:cNvPr id="16" name="Text Placeholder 9">
            <a:extLst>
              <a:ext uri="{FF2B5EF4-FFF2-40B4-BE49-F238E27FC236}">
                <a16:creationId xmlns:a16="http://schemas.microsoft.com/office/drawing/2014/main" id="{6177D241-C5C1-8D56-9CC8-DDF16B36A9FD}"/>
              </a:ext>
            </a:extLst>
          </p:cNvPr>
          <p:cNvSpPr>
            <a:spLocks noGrp="1"/>
          </p:cNvSpPr>
          <p:nvPr userDrawn="1">
            <p:ph type="body" sz="quarter" idx="20" hasCustomPrompt="1"/>
          </p:nvPr>
        </p:nvSpPr>
        <p:spPr>
          <a:xfrm>
            <a:off x="5511800" y="722376"/>
            <a:ext cx="1998980"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Email Goes Here</a:t>
            </a:r>
          </a:p>
        </p:txBody>
      </p:sp>
      <p:sp>
        <p:nvSpPr>
          <p:cNvPr id="17" name="Text Placeholder 9">
            <a:extLst>
              <a:ext uri="{FF2B5EF4-FFF2-40B4-BE49-F238E27FC236}">
                <a16:creationId xmlns:a16="http://schemas.microsoft.com/office/drawing/2014/main" id="{ACF74836-94F2-E94D-289E-594DA45B273F}"/>
              </a:ext>
            </a:extLst>
          </p:cNvPr>
          <p:cNvSpPr>
            <a:spLocks noGrp="1"/>
          </p:cNvSpPr>
          <p:nvPr userDrawn="1">
            <p:ph type="body" sz="quarter" idx="23" hasCustomPrompt="1"/>
          </p:nvPr>
        </p:nvSpPr>
        <p:spPr>
          <a:xfrm>
            <a:off x="7689850" y="722376"/>
            <a:ext cx="2023318"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MM.DD.YYYY</a:t>
            </a:r>
          </a:p>
        </p:txBody>
      </p:sp>
      <p:pic>
        <p:nvPicPr>
          <p:cNvPr id="19" name="Picture 18">
            <a:extLst>
              <a:ext uri="{FF2B5EF4-FFF2-40B4-BE49-F238E27FC236}">
                <a16:creationId xmlns:a16="http://schemas.microsoft.com/office/drawing/2014/main" id="{025259E3-6EA2-42BB-111A-9076E3B61A7E}"/>
              </a:ext>
            </a:extLst>
          </p:cNvPr>
          <p:cNvPicPr>
            <a:picLocks noChangeAspect="1"/>
          </p:cNvPicPr>
          <p:nvPr userDrawn="1"/>
        </p:nvPicPr>
        <p:blipFill>
          <a:blip r:embed="rId7"/>
          <a:stretch>
            <a:fillRect/>
          </a:stretch>
        </p:blipFill>
        <p:spPr>
          <a:xfrm>
            <a:off x="12933484" y="571500"/>
            <a:ext cx="1125416" cy="304800"/>
          </a:xfrm>
          <a:prstGeom prst="rect">
            <a:avLst/>
          </a:prstGeom>
        </p:spPr>
      </p:pic>
      <p:sp>
        <p:nvSpPr>
          <p:cNvPr id="18" name="TextBox 17">
            <a:extLst>
              <a:ext uri="{FF2B5EF4-FFF2-40B4-BE49-F238E27FC236}">
                <a16:creationId xmlns:a16="http://schemas.microsoft.com/office/drawing/2014/main" id="{598415CF-35B4-6C8F-9D09-4C460CDC0F9D}"/>
              </a:ext>
            </a:extLst>
          </p:cNvPr>
          <p:cNvSpPr txBox="1"/>
          <p:nvPr userDrawn="1"/>
        </p:nvSpPr>
        <p:spPr>
          <a:xfrm rot="5400000">
            <a:off x="878044" y="7367900"/>
            <a:ext cx="571501" cy="269952"/>
          </a:xfrm>
          <a:prstGeom prst="rect">
            <a:avLst/>
          </a:prstGeom>
          <a:noFill/>
        </p:spPr>
        <p:txBody>
          <a:bodyPr vert="vert270" wrap="square" lIns="0" tIns="54864" rIns="0" bIns="0" rtlCol="0" anchor="ctr" anchorCtr="0">
            <a:noAutofit/>
          </a:bodyPr>
          <a:lstStyle/>
          <a:p>
            <a:pPr algn="r"/>
            <a:r>
              <a:rPr lang="en-US" sz="1200" b="0" i="0">
                <a:solidFill>
                  <a:schemeClr val="bg1">
                    <a:alpha val="40000"/>
                  </a:schemeClr>
                </a:solidFill>
                <a:latin typeface="+mn-lt"/>
              </a:rPr>
              <a:t>©</a:t>
            </a:r>
          </a:p>
        </p:txBody>
      </p:sp>
      <p:sp>
        <p:nvSpPr>
          <p:cNvPr id="23" name="TextBox 22">
            <a:extLst>
              <a:ext uri="{FF2B5EF4-FFF2-40B4-BE49-F238E27FC236}">
                <a16:creationId xmlns:a16="http://schemas.microsoft.com/office/drawing/2014/main" id="{95696D38-5DDA-755A-650C-DD4EBFD24B03}"/>
              </a:ext>
            </a:extLst>
          </p:cNvPr>
          <p:cNvSpPr txBox="1">
            <a:spLocks/>
          </p:cNvSpPr>
          <p:nvPr userDrawn="1"/>
        </p:nvSpPr>
        <p:spPr>
          <a:xfrm>
            <a:off x="1674572" y="7210973"/>
            <a:ext cx="182880" cy="576072"/>
          </a:xfrm>
          <a:prstGeom prst="rect">
            <a:avLst/>
          </a:prstGeom>
          <a:noFill/>
        </p:spPr>
        <p:txBody>
          <a:bodyPr wrap="square" lIns="0" tIns="0" rIns="0" bIns="18288" rtlCol="0" anchor="ctr">
            <a:spAutoFit/>
          </a:bodyPr>
          <a:lstStyle/>
          <a:p>
            <a:pPr algn="ctr"/>
            <a:r>
              <a:rPr lang="en-US" sz="1200">
                <a:solidFill>
                  <a:schemeClr val="bg1">
                    <a:alpha val="35000"/>
                  </a:schemeClr>
                </a:solidFill>
                <a:latin typeface="+mn-lt"/>
              </a:rPr>
              <a:t>|</a:t>
            </a:r>
          </a:p>
        </p:txBody>
      </p:sp>
      <p:sp>
        <p:nvSpPr>
          <p:cNvPr id="27" name="Date Placeholder 26">
            <a:extLst>
              <a:ext uri="{FF2B5EF4-FFF2-40B4-BE49-F238E27FC236}">
                <a16:creationId xmlns:a16="http://schemas.microsoft.com/office/drawing/2014/main" id="{34F318AE-E5AA-DD69-F95D-55E026FF61E6}"/>
              </a:ext>
            </a:extLst>
          </p:cNvPr>
          <p:cNvSpPr>
            <a:spLocks noGrp="1"/>
          </p:cNvSpPr>
          <p:nvPr userDrawn="1">
            <p:ph type="dt" sz="half" idx="24"/>
          </p:nvPr>
        </p:nvSpPr>
        <p:spPr>
          <a:xfrm>
            <a:off x="1306505" y="7206849"/>
            <a:ext cx="406918" cy="580196"/>
          </a:xfrm>
        </p:spPr>
        <p:txBody>
          <a:bodyPr/>
          <a:lstStyle/>
          <a:p>
            <a:r>
              <a:rPr lang="en-US"/>
              <a:t>2026</a:t>
            </a:r>
          </a:p>
        </p:txBody>
      </p:sp>
      <p:sp>
        <p:nvSpPr>
          <p:cNvPr id="28" name="Footer Placeholder 27">
            <a:extLst>
              <a:ext uri="{FF2B5EF4-FFF2-40B4-BE49-F238E27FC236}">
                <a16:creationId xmlns:a16="http://schemas.microsoft.com/office/drawing/2014/main" id="{79A1E0B0-CAEE-8FB9-8CD5-305C5F5874A9}"/>
              </a:ext>
            </a:extLst>
          </p:cNvPr>
          <p:cNvSpPr>
            <a:spLocks noGrp="1"/>
          </p:cNvSpPr>
          <p:nvPr userDrawn="1">
            <p:ph type="ftr" sz="quarter" idx="25"/>
          </p:nvPr>
        </p:nvSpPr>
        <p:spPr>
          <a:xfrm>
            <a:off x="1868864" y="7217127"/>
            <a:ext cx="4133850" cy="576072"/>
          </a:xfrm>
        </p:spPr>
        <p:txBody>
          <a:bodyPr/>
          <a:lstStyle/>
          <a:p>
            <a:r>
              <a:rPr lang="en-US"/>
              <a:t>Confidential</a:t>
            </a:r>
          </a:p>
        </p:txBody>
      </p:sp>
      <p:pic>
        <p:nvPicPr>
          <p:cNvPr id="8" name="Picture 7" descr="A white and black sign with black border&#10;&#10;AI-generated content may be incorrect.">
            <a:extLst>
              <a:ext uri="{FF2B5EF4-FFF2-40B4-BE49-F238E27FC236}">
                <a16:creationId xmlns:a16="http://schemas.microsoft.com/office/drawing/2014/main" id="{D1258BB0-E799-81B0-7EC5-2E90CE211D5E}"/>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13144500" y="6729413"/>
            <a:ext cx="928688" cy="928688"/>
          </a:xfrm>
          <a:prstGeom prst="rect">
            <a:avLst/>
          </a:prstGeom>
        </p:spPr>
      </p:pic>
    </p:spTree>
    <p:extLst>
      <p:ext uri="{BB962C8B-B14F-4D97-AF65-F5344CB8AC3E}">
        <p14:creationId xmlns:p14="http://schemas.microsoft.com/office/powerpoint/2010/main" val="3509406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 — 03">
    <p:spTree>
      <p:nvGrpSpPr>
        <p:cNvPr id="1" name=""/>
        <p:cNvGrpSpPr/>
        <p:nvPr/>
      </p:nvGrpSpPr>
      <p:grpSpPr>
        <a:xfrm>
          <a:off x="0" y="0"/>
          <a:ext cx="0" cy="0"/>
          <a:chOff x="0" y="0"/>
          <a:chExt cx="0" cy="0"/>
        </a:xfrm>
      </p:grpSpPr>
      <p:pic>
        <p:nvPicPr>
          <p:cNvPr id="4" name="Picture Placeholder 65" descr="A blue square and rectangle shapes&#10;&#10;AI-generated content may be incorrect.">
            <a:extLst>
              <a:ext uri="{FF2B5EF4-FFF2-40B4-BE49-F238E27FC236}">
                <a16:creationId xmlns:a16="http://schemas.microsoft.com/office/drawing/2014/main" id="{CF3660F1-BB6A-0D85-B908-3A799A5506F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H="1" flipV="1">
            <a:off x="0" y="-1"/>
            <a:ext cx="14622153" cy="8257496"/>
          </a:xfrm>
          <a:prstGeom prst="roundRect">
            <a:avLst>
              <a:gd name="adj" fmla="val 0"/>
            </a:avLst>
          </a:prstGeom>
        </p:spPr>
      </p:pic>
      <p:pic>
        <p:nvPicPr>
          <p:cNvPr id="12" name="Picture 11" descr="A white and black sign with black border&#10;&#10;AI-generated content may be incorrect.">
            <a:extLst>
              <a:ext uri="{FF2B5EF4-FFF2-40B4-BE49-F238E27FC236}">
                <a16:creationId xmlns:a16="http://schemas.microsoft.com/office/drawing/2014/main" id="{2629C3C7-482D-5D33-8DCE-841E6C336E9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144500" y="6729413"/>
            <a:ext cx="928688" cy="928688"/>
          </a:xfrm>
          <a:prstGeom prst="rect">
            <a:avLst/>
          </a:prstGeom>
        </p:spPr>
      </p:pic>
      <p:sp>
        <p:nvSpPr>
          <p:cNvPr id="2" name="Title 1">
            <a:extLst>
              <a:ext uri="{FF2B5EF4-FFF2-40B4-BE49-F238E27FC236}">
                <a16:creationId xmlns:a16="http://schemas.microsoft.com/office/drawing/2014/main" id="{AEE7E6AB-6FE3-7D9B-DFD4-EDDA0A2ACCFF}"/>
              </a:ext>
            </a:extLst>
          </p:cNvPr>
          <p:cNvSpPr>
            <a:spLocks noGrp="1"/>
          </p:cNvSpPr>
          <p:nvPr>
            <p:ph type="ctrTitle" hasCustomPrompt="1"/>
          </p:nvPr>
        </p:nvSpPr>
        <p:spPr>
          <a:xfrm>
            <a:off x="1143000" y="1752600"/>
            <a:ext cx="6369050" cy="3248025"/>
          </a:xfrm>
        </p:spPr>
        <p:txBody>
          <a:bodyPr anchor="b"/>
          <a:lstStyle>
            <a:lvl1pPr algn="l">
              <a:lnSpc>
                <a:spcPct val="75000"/>
              </a:lnSpc>
              <a:defRPr sz="8700"/>
            </a:lvl1pPr>
          </a:lstStyle>
          <a:p>
            <a:r>
              <a:rPr lang="en-US"/>
              <a:t>Click to Add Deck Title Here</a:t>
            </a:r>
          </a:p>
        </p:txBody>
      </p:sp>
      <p:sp>
        <p:nvSpPr>
          <p:cNvPr id="3" name="Subtitle 2">
            <a:extLst>
              <a:ext uri="{FF2B5EF4-FFF2-40B4-BE49-F238E27FC236}">
                <a16:creationId xmlns:a16="http://schemas.microsoft.com/office/drawing/2014/main" id="{26C549AA-9609-57C5-C5A4-4BA3D9357F6E}"/>
              </a:ext>
            </a:extLst>
          </p:cNvPr>
          <p:cNvSpPr>
            <a:spLocks noGrp="1"/>
          </p:cNvSpPr>
          <p:nvPr>
            <p:ph type="subTitle" idx="1" hasCustomPrompt="1"/>
          </p:nvPr>
        </p:nvSpPr>
        <p:spPr>
          <a:xfrm>
            <a:off x="1143001" y="5295901"/>
            <a:ext cx="5900737" cy="1181100"/>
          </a:xfrm>
        </p:spPr>
        <p:txBody>
          <a:bodyPr/>
          <a:lstStyle>
            <a:lvl1pPr marL="0" indent="0" algn="l">
              <a:lnSpc>
                <a:spcPct val="100000"/>
              </a:lnSpc>
              <a:buNone/>
              <a:defRPr sz="3200" b="0" i="0">
                <a:latin typeface="Aptos Ligh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Text Placeholder 9">
            <a:extLst>
              <a:ext uri="{FF2B5EF4-FFF2-40B4-BE49-F238E27FC236}">
                <a16:creationId xmlns:a16="http://schemas.microsoft.com/office/drawing/2014/main" id="{6C8F8848-6663-0018-A40C-8E6BF8826F00}"/>
              </a:ext>
            </a:extLst>
          </p:cNvPr>
          <p:cNvSpPr>
            <a:spLocks noGrp="1"/>
          </p:cNvSpPr>
          <p:nvPr>
            <p:ph type="body" sz="quarter" idx="13" hasCustomPrompt="1"/>
          </p:nvPr>
        </p:nvSpPr>
        <p:spPr>
          <a:xfrm>
            <a:off x="1143000" y="719074"/>
            <a:ext cx="1930398"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First name M. Last name</a:t>
            </a:r>
          </a:p>
        </p:txBody>
      </p:sp>
      <p:sp>
        <p:nvSpPr>
          <p:cNvPr id="15" name="Text Placeholder 9">
            <a:extLst>
              <a:ext uri="{FF2B5EF4-FFF2-40B4-BE49-F238E27FC236}">
                <a16:creationId xmlns:a16="http://schemas.microsoft.com/office/drawing/2014/main" id="{F315348F-B0BF-8D6B-3C06-11EB7EFC7D1D}"/>
              </a:ext>
            </a:extLst>
          </p:cNvPr>
          <p:cNvSpPr>
            <a:spLocks noGrp="1"/>
          </p:cNvSpPr>
          <p:nvPr>
            <p:ph type="body" sz="quarter" idx="19" hasCustomPrompt="1"/>
          </p:nvPr>
        </p:nvSpPr>
        <p:spPr>
          <a:xfrm>
            <a:off x="3342793" y="719074"/>
            <a:ext cx="1991207"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Title Goes Here</a:t>
            </a:r>
          </a:p>
        </p:txBody>
      </p:sp>
      <p:sp>
        <p:nvSpPr>
          <p:cNvPr id="16" name="Text Placeholder 9">
            <a:extLst>
              <a:ext uri="{FF2B5EF4-FFF2-40B4-BE49-F238E27FC236}">
                <a16:creationId xmlns:a16="http://schemas.microsoft.com/office/drawing/2014/main" id="{6177D241-C5C1-8D56-9CC8-DDF16B36A9FD}"/>
              </a:ext>
            </a:extLst>
          </p:cNvPr>
          <p:cNvSpPr>
            <a:spLocks noGrp="1"/>
          </p:cNvSpPr>
          <p:nvPr>
            <p:ph type="body" sz="quarter" idx="20" hasCustomPrompt="1"/>
          </p:nvPr>
        </p:nvSpPr>
        <p:spPr>
          <a:xfrm>
            <a:off x="5511800" y="719074"/>
            <a:ext cx="1998980"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Email Goes Here</a:t>
            </a:r>
          </a:p>
        </p:txBody>
      </p:sp>
      <p:sp>
        <p:nvSpPr>
          <p:cNvPr id="17" name="Text Placeholder 9">
            <a:extLst>
              <a:ext uri="{FF2B5EF4-FFF2-40B4-BE49-F238E27FC236}">
                <a16:creationId xmlns:a16="http://schemas.microsoft.com/office/drawing/2014/main" id="{ACF74836-94F2-E94D-289E-594DA45B273F}"/>
              </a:ext>
            </a:extLst>
          </p:cNvPr>
          <p:cNvSpPr>
            <a:spLocks noGrp="1"/>
          </p:cNvSpPr>
          <p:nvPr>
            <p:ph type="body" sz="quarter" idx="23" hasCustomPrompt="1"/>
          </p:nvPr>
        </p:nvSpPr>
        <p:spPr>
          <a:xfrm>
            <a:off x="7703671" y="719074"/>
            <a:ext cx="1998980"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a:t>MM.DD.YYYY</a:t>
            </a:r>
          </a:p>
        </p:txBody>
      </p:sp>
      <p:pic>
        <p:nvPicPr>
          <p:cNvPr id="19" name="Picture 18">
            <a:extLst>
              <a:ext uri="{FF2B5EF4-FFF2-40B4-BE49-F238E27FC236}">
                <a16:creationId xmlns:a16="http://schemas.microsoft.com/office/drawing/2014/main" id="{025259E3-6EA2-42BB-111A-9076E3B61A7E}"/>
              </a:ext>
            </a:extLst>
          </p:cNvPr>
          <p:cNvPicPr>
            <a:picLocks noChangeAspect="1"/>
          </p:cNvPicPr>
          <p:nvPr userDrawn="1"/>
        </p:nvPicPr>
        <p:blipFill>
          <a:blip r:embed="rId4"/>
          <a:stretch>
            <a:fillRect/>
          </a:stretch>
        </p:blipFill>
        <p:spPr>
          <a:xfrm>
            <a:off x="12933484" y="571500"/>
            <a:ext cx="1125416" cy="304800"/>
          </a:xfrm>
          <a:prstGeom prst="rect">
            <a:avLst/>
          </a:prstGeom>
        </p:spPr>
      </p:pic>
      <p:sp>
        <p:nvSpPr>
          <p:cNvPr id="18" name="TextBox 17">
            <a:extLst>
              <a:ext uri="{FF2B5EF4-FFF2-40B4-BE49-F238E27FC236}">
                <a16:creationId xmlns:a16="http://schemas.microsoft.com/office/drawing/2014/main" id="{598415CF-35B4-6C8F-9D09-4C460CDC0F9D}"/>
              </a:ext>
            </a:extLst>
          </p:cNvPr>
          <p:cNvSpPr txBox="1"/>
          <p:nvPr userDrawn="1"/>
        </p:nvSpPr>
        <p:spPr>
          <a:xfrm rot="5400000">
            <a:off x="878044" y="7367900"/>
            <a:ext cx="571501" cy="269952"/>
          </a:xfrm>
          <a:prstGeom prst="rect">
            <a:avLst/>
          </a:prstGeom>
          <a:noFill/>
        </p:spPr>
        <p:txBody>
          <a:bodyPr vert="vert270" wrap="square" lIns="0" tIns="54864" rIns="0" bIns="0" rtlCol="0" anchor="ctr" anchorCtr="0">
            <a:noAutofit/>
          </a:bodyPr>
          <a:lstStyle/>
          <a:p>
            <a:pPr algn="r"/>
            <a:r>
              <a:rPr lang="en-US" sz="1200" b="0" i="0">
                <a:solidFill>
                  <a:schemeClr val="bg1">
                    <a:alpha val="40000"/>
                  </a:schemeClr>
                </a:solidFill>
                <a:latin typeface="+mn-lt"/>
              </a:rPr>
              <a:t>©</a:t>
            </a:r>
          </a:p>
        </p:txBody>
      </p:sp>
      <p:sp>
        <p:nvSpPr>
          <p:cNvPr id="23" name="TextBox 22">
            <a:extLst>
              <a:ext uri="{FF2B5EF4-FFF2-40B4-BE49-F238E27FC236}">
                <a16:creationId xmlns:a16="http://schemas.microsoft.com/office/drawing/2014/main" id="{95696D38-5DDA-755A-650C-DD4EBFD24B03}"/>
              </a:ext>
            </a:extLst>
          </p:cNvPr>
          <p:cNvSpPr txBox="1">
            <a:spLocks/>
          </p:cNvSpPr>
          <p:nvPr userDrawn="1"/>
        </p:nvSpPr>
        <p:spPr>
          <a:xfrm>
            <a:off x="1674572" y="7210973"/>
            <a:ext cx="182880" cy="576072"/>
          </a:xfrm>
          <a:prstGeom prst="rect">
            <a:avLst/>
          </a:prstGeom>
          <a:noFill/>
        </p:spPr>
        <p:txBody>
          <a:bodyPr wrap="square" lIns="0" tIns="0" rIns="0" bIns="18288" rtlCol="0" anchor="ctr">
            <a:spAutoFit/>
          </a:bodyPr>
          <a:lstStyle/>
          <a:p>
            <a:pPr algn="ctr"/>
            <a:r>
              <a:rPr lang="en-US" sz="1200">
                <a:solidFill>
                  <a:schemeClr val="bg1">
                    <a:alpha val="35000"/>
                  </a:schemeClr>
                </a:solidFill>
                <a:latin typeface="+mn-lt"/>
              </a:rPr>
              <a:t>|</a:t>
            </a:r>
          </a:p>
        </p:txBody>
      </p:sp>
      <p:sp>
        <p:nvSpPr>
          <p:cNvPr id="27" name="Date Placeholder 26">
            <a:extLst>
              <a:ext uri="{FF2B5EF4-FFF2-40B4-BE49-F238E27FC236}">
                <a16:creationId xmlns:a16="http://schemas.microsoft.com/office/drawing/2014/main" id="{34F318AE-E5AA-DD69-F95D-55E026FF61E6}"/>
              </a:ext>
            </a:extLst>
          </p:cNvPr>
          <p:cNvSpPr>
            <a:spLocks noGrp="1"/>
          </p:cNvSpPr>
          <p:nvPr>
            <p:ph type="dt" sz="half" idx="24"/>
          </p:nvPr>
        </p:nvSpPr>
        <p:spPr>
          <a:xfrm>
            <a:off x="1306505" y="7206849"/>
            <a:ext cx="406918" cy="580196"/>
          </a:xfrm>
        </p:spPr>
        <p:txBody>
          <a:bodyPr/>
          <a:lstStyle/>
          <a:p>
            <a:r>
              <a:rPr lang="en-US"/>
              <a:t>2026</a:t>
            </a:r>
          </a:p>
        </p:txBody>
      </p:sp>
      <p:sp>
        <p:nvSpPr>
          <p:cNvPr id="28" name="Footer Placeholder 27">
            <a:extLst>
              <a:ext uri="{FF2B5EF4-FFF2-40B4-BE49-F238E27FC236}">
                <a16:creationId xmlns:a16="http://schemas.microsoft.com/office/drawing/2014/main" id="{79A1E0B0-CAEE-8FB9-8CD5-305C5F5874A9}"/>
              </a:ext>
            </a:extLst>
          </p:cNvPr>
          <p:cNvSpPr>
            <a:spLocks noGrp="1"/>
          </p:cNvSpPr>
          <p:nvPr>
            <p:ph type="ftr" sz="quarter" idx="25"/>
          </p:nvPr>
        </p:nvSpPr>
        <p:spPr>
          <a:xfrm>
            <a:off x="1868864" y="7217127"/>
            <a:ext cx="4133850" cy="576072"/>
          </a:xfrm>
        </p:spPr>
        <p:txBody>
          <a:bodyPr/>
          <a:lstStyle/>
          <a:p>
            <a:r>
              <a:rPr lang="en-US"/>
              <a:t>Confidential</a:t>
            </a:r>
          </a:p>
        </p:txBody>
      </p:sp>
    </p:spTree>
    <p:extLst>
      <p:ext uri="{BB962C8B-B14F-4D97-AF65-F5344CB8AC3E}">
        <p14:creationId xmlns:p14="http://schemas.microsoft.com/office/powerpoint/2010/main" val="3011358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 0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023C57-7327-CFB4-097A-A290CDD656AE}"/>
              </a:ext>
            </a:extLst>
          </p:cNvPr>
          <p:cNvSpPr/>
          <p:nvPr userDrawn="1"/>
        </p:nvSpPr>
        <p:spPr>
          <a:xfrm>
            <a:off x="557212" y="27897"/>
            <a:ext cx="14073188" cy="822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E9810598-C8BF-5859-1A7E-6869FFAA1BCF}"/>
              </a:ext>
            </a:extLst>
          </p:cNvPr>
          <p:cNvPicPr>
            <a:picLocks/>
          </p:cNvPicPr>
          <p:nvPr userDrawn="1"/>
        </p:nvPicPr>
        <p:blipFill>
          <a:blip r:embed="rId2">
            <a:alphaModFix/>
          </a:blip>
          <a:srcRect l="8781" t="6896" r="17132" b="35147"/>
          <a:stretch>
            <a:fillRect/>
          </a:stretch>
        </p:blipFill>
        <p:spPr>
          <a:xfrm>
            <a:off x="6597650" y="1207686"/>
            <a:ext cx="8074152" cy="7049811"/>
          </a:xfrm>
          <a:prstGeom prst="rect">
            <a:avLst/>
          </a:prstGeom>
        </p:spPr>
      </p:pic>
      <p:pic>
        <p:nvPicPr>
          <p:cNvPr id="14" name="Picture 13">
            <a:extLst>
              <a:ext uri="{FF2B5EF4-FFF2-40B4-BE49-F238E27FC236}">
                <a16:creationId xmlns:a16="http://schemas.microsoft.com/office/drawing/2014/main" id="{020AEF68-9C9A-D537-5B11-73D63A6AB81E}"/>
              </a:ext>
            </a:extLst>
          </p:cNvPr>
          <p:cNvPicPr>
            <a:picLocks noChangeAspect="1"/>
          </p:cNvPicPr>
          <p:nvPr userDrawn="1"/>
        </p:nvPicPr>
        <p:blipFill>
          <a:blip r:embed="rId3"/>
          <a:srcRect l="4692" t="-1" b="17837"/>
          <a:stretch>
            <a:fillRect/>
          </a:stretch>
        </p:blipFill>
        <p:spPr>
          <a:xfrm flipH="1">
            <a:off x="7714188" y="1770380"/>
            <a:ext cx="7206239" cy="3594100"/>
          </a:xfrm>
          <a:prstGeom prst="rect">
            <a:avLst/>
          </a:prstGeom>
        </p:spPr>
      </p:pic>
      <p:sp>
        <p:nvSpPr>
          <p:cNvPr id="2" name="Title 1">
            <a:extLst>
              <a:ext uri="{FF2B5EF4-FFF2-40B4-BE49-F238E27FC236}">
                <a16:creationId xmlns:a16="http://schemas.microsoft.com/office/drawing/2014/main" id="{2C2026C5-B0A0-79F4-985F-B23E97817B75}"/>
              </a:ext>
            </a:extLst>
          </p:cNvPr>
          <p:cNvSpPr>
            <a:spLocks noGrp="1"/>
          </p:cNvSpPr>
          <p:nvPr>
            <p:ph type="title" hasCustomPrompt="1"/>
          </p:nvPr>
        </p:nvSpPr>
        <p:spPr>
          <a:xfrm>
            <a:off x="1219201" y="2047873"/>
            <a:ext cx="10172700" cy="2362202"/>
          </a:xfrm>
        </p:spPr>
        <p:txBody>
          <a:bodyPr anchor="b"/>
          <a:lstStyle>
            <a:lvl1pPr>
              <a:defRPr sz="7500"/>
            </a:lvl1pPr>
          </a:lstStyle>
          <a:p>
            <a:r>
              <a:rPr lang="en-US"/>
              <a:t>Click to Add Section Title</a:t>
            </a:r>
          </a:p>
        </p:txBody>
      </p:sp>
      <p:sp>
        <p:nvSpPr>
          <p:cNvPr id="3" name="Text Placeholder 2">
            <a:extLst>
              <a:ext uri="{FF2B5EF4-FFF2-40B4-BE49-F238E27FC236}">
                <a16:creationId xmlns:a16="http://schemas.microsoft.com/office/drawing/2014/main" id="{5E4BDCBC-AF36-6BA0-02B3-382E4185A516}"/>
              </a:ext>
            </a:extLst>
          </p:cNvPr>
          <p:cNvSpPr>
            <a:spLocks noGrp="1"/>
          </p:cNvSpPr>
          <p:nvPr>
            <p:ph type="body" idx="1" hasCustomPrompt="1"/>
          </p:nvPr>
        </p:nvSpPr>
        <p:spPr>
          <a:xfrm>
            <a:off x="1219201" y="4705350"/>
            <a:ext cx="7383462" cy="1771650"/>
          </a:xfrm>
        </p:spPr>
        <p:txBody>
          <a:bodyPr/>
          <a:lstStyle>
            <a:lvl1pPr marL="0" indent="0">
              <a:buNone/>
              <a:defRPr sz="3200" b="0" i="0">
                <a:solidFill>
                  <a:schemeClr val="bg1"/>
                </a:solidFill>
                <a:latin typeface="Aptos Light" panose="020B0004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subtitle here</a:t>
            </a:r>
          </a:p>
        </p:txBody>
      </p:sp>
      <p:sp>
        <p:nvSpPr>
          <p:cNvPr id="4" name="Date Placeholder 3">
            <a:extLst>
              <a:ext uri="{FF2B5EF4-FFF2-40B4-BE49-F238E27FC236}">
                <a16:creationId xmlns:a16="http://schemas.microsoft.com/office/drawing/2014/main" id="{C06F2E76-C2F4-CE42-41C9-FEC76BF435D0}"/>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FB329CFC-7541-899F-153E-C28C2A9FACBD}"/>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45A6157E-5C6B-9550-E369-6C20CD7C7FA7}"/>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9" name="Text Placeholder 8">
            <a:extLst>
              <a:ext uri="{FF2B5EF4-FFF2-40B4-BE49-F238E27FC236}">
                <a16:creationId xmlns:a16="http://schemas.microsoft.com/office/drawing/2014/main" id="{E7C49090-4068-521A-A779-F2FC92482500}"/>
              </a:ext>
            </a:extLst>
          </p:cNvPr>
          <p:cNvSpPr>
            <a:spLocks noGrp="1"/>
          </p:cNvSpPr>
          <p:nvPr>
            <p:ph type="body" sz="quarter" idx="13" hasCustomPrompt="1"/>
          </p:nvPr>
        </p:nvSpPr>
        <p:spPr>
          <a:xfrm>
            <a:off x="11876088" y="5540966"/>
            <a:ext cx="1725612" cy="1476376"/>
          </a:xfrm>
        </p:spPr>
        <p:txBody>
          <a:bodyPr lIns="0" tIns="0" rIns="0" bIns="0" anchor="t"/>
          <a:lstStyle>
            <a:lvl1pPr algn="r">
              <a:buNone/>
              <a:defRPr sz="12500" b="0" i="0">
                <a:latin typeface="Aptos Light" panose="020B0004020202020204" pitchFamily="34" charset="0"/>
              </a:defRPr>
            </a:lvl1pPr>
          </a:lstStyle>
          <a:p>
            <a:pPr lvl="0"/>
            <a:r>
              <a:rPr lang="en-US"/>
              <a:t>01</a:t>
            </a:r>
          </a:p>
        </p:txBody>
      </p:sp>
    </p:spTree>
    <p:extLst>
      <p:ext uri="{BB962C8B-B14F-4D97-AF65-F5344CB8AC3E}">
        <p14:creationId xmlns:p14="http://schemas.microsoft.com/office/powerpoint/2010/main" val="543127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 02">
    <p:spTree>
      <p:nvGrpSpPr>
        <p:cNvPr id="1" name=""/>
        <p:cNvGrpSpPr/>
        <p:nvPr/>
      </p:nvGrpSpPr>
      <p:grpSpPr>
        <a:xfrm>
          <a:off x="0" y="0"/>
          <a:ext cx="0" cy="0"/>
          <a:chOff x="0" y="0"/>
          <a:chExt cx="0" cy="0"/>
        </a:xfrm>
      </p:grpSpPr>
      <p:pic>
        <p:nvPicPr>
          <p:cNvPr id="7" name="Picture 6" descr="A blue and orange gradient&#10;&#10;AI-generated content may be incorrect.">
            <a:extLst>
              <a:ext uri="{FF2B5EF4-FFF2-40B4-BE49-F238E27FC236}">
                <a16:creationId xmlns:a16="http://schemas.microsoft.com/office/drawing/2014/main" id="{5792050B-4A6D-873B-9BA7-B9B6EEE2AAF5}"/>
              </a:ext>
            </a:extLst>
          </p:cNvPr>
          <p:cNvPicPr preferRelativeResize="0">
            <a:picLocks/>
          </p:cNvPicPr>
          <p:nvPr userDrawn="1"/>
        </p:nvPicPr>
        <p:blipFill>
          <a:blip r:embed="rId2" cstate="screen">
            <a:extLst>
              <a:ext uri="{28A0092B-C50C-407E-A947-70E740481C1C}">
                <a14:useLocalDpi xmlns:a14="http://schemas.microsoft.com/office/drawing/2010/main"/>
              </a:ext>
            </a:extLst>
          </a:blip>
          <a:srcRect/>
          <a:stretch>
            <a:fillRect/>
          </a:stretch>
        </p:blipFill>
        <p:spPr>
          <a:xfrm>
            <a:off x="-63794" y="-1167"/>
            <a:ext cx="14806900" cy="8229600"/>
          </a:xfrm>
          <a:prstGeom prst="rect">
            <a:avLst/>
          </a:prstGeom>
        </p:spPr>
      </p:pic>
      <p:pic>
        <p:nvPicPr>
          <p:cNvPr id="8" name="Picture 7" descr="A black and orange sky&#10;&#10;AI-generated content may be incorrect.">
            <a:extLst>
              <a:ext uri="{FF2B5EF4-FFF2-40B4-BE49-F238E27FC236}">
                <a16:creationId xmlns:a16="http://schemas.microsoft.com/office/drawing/2014/main" id="{ADF11484-55B2-609E-B895-A94BF31E19D6}"/>
              </a:ext>
            </a:extLst>
          </p:cNvPr>
          <p:cNvPicPr>
            <a:picLocks/>
          </p:cNvPicPr>
          <p:nvPr userDrawn="1"/>
        </p:nvPicPr>
        <p:blipFill>
          <a:blip r:embed="rId3" cstate="screen">
            <a:alphaModFix amt="60000"/>
            <a:extLst>
              <a:ext uri="{28A0092B-C50C-407E-A947-70E740481C1C}">
                <a14:useLocalDpi xmlns:a14="http://schemas.microsoft.com/office/drawing/2010/main"/>
              </a:ext>
            </a:extLst>
          </a:blip>
          <a:stretch>
            <a:fillRect/>
          </a:stretch>
        </p:blipFill>
        <p:spPr>
          <a:xfrm>
            <a:off x="-45720" y="1166"/>
            <a:ext cx="14806900" cy="8227267"/>
          </a:xfrm>
          <a:prstGeom prst="rect">
            <a:avLst/>
          </a:prstGeom>
        </p:spPr>
      </p:pic>
      <p:pic>
        <p:nvPicPr>
          <p:cNvPr id="10" name="Picture 9">
            <a:extLst>
              <a:ext uri="{FF2B5EF4-FFF2-40B4-BE49-F238E27FC236}">
                <a16:creationId xmlns:a16="http://schemas.microsoft.com/office/drawing/2014/main" id="{38C78FD8-CB5E-6575-258C-03E5A60E477D}"/>
              </a:ext>
            </a:extLst>
          </p:cNvPr>
          <p:cNvPicPr>
            <a:picLocks noChangeAspect="1"/>
          </p:cNvPicPr>
          <p:nvPr userDrawn="1"/>
        </p:nvPicPr>
        <p:blipFill>
          <a:blip r:embed="rId4" cstate="screen">
            <a:alphaModFix amt="15000"/>
            <a:extLst>
              <a:ext uri="{28A0092B-C50C-407E-A947-70E740481C1C}">
                <a14:useLocalDpi xmlns:a14="http://schemas.microsoft.com/office/drawing/2010/main"/>
              </a:ext>
            </a:extLst>
          </a:blip>
          <a:srcRect t="320" b="320"/>
          <a:stretch/>
        </p:blipFill>
        <p:spPr>
          <a:xfrm>
            <a:off x="-220943" y="-30231"/>
            <a:ext cx="14851343" cy="8258664"/>
          </a:xfrm>
          <a:prstGeom prst="rect">
            <a:avLst/>
          </a:prstGeom>
        </p:spPr>
      </p:pic>
      <p:pic>
        <p:nvPicPr>
          <p:cNvPr id="18" name="Picture 17">
            <a:extLst>
              <a:ext uri="{FF2B5EF4-FFF2-40B4-BE49-F238E27FC236}">
                <a16:creationId xmlns:a16="http://schemas.microsoft.com/office/drawing/2014/main" id="{C8C698C5-1448-A102-9E0E-580470C3A931}"/>
              </a:ext>
            </a:extLst>
          </p:cNvPr>
          <p:cNvPicPr>
            <a:picLocks/>
          </p:cNvPicPr>
          <p:nvPr userDrawn="1"/>
        </p:nvPicPr>
        <p:blipFill>
          <a:blip r:embed="rId5">
            <a:alphaModFix amt="50000"/>
          </a:blip>
          <a:srcRect l="8781" t="6896" r="17132" b="35147"/>
          <a:stretch>
            <a:fillRect/>
          </a:stretch>
        </p:blipFill>
        <p:spPr>
          <a:xfrm>
            <a:off x="6661976" y="1207686"/>
            <a:ext cx="8074152" cy="7049811"/>
          </a:xfrm>
          <a:prstGeom prst="rect">
            <a:avLst/>
          </a:prstGeom>
        </p:spPr>
      </p:pic>
      <p:pic>
        <p:nvPicPr>
          <p:cNvPr id="20" name="Picture 19">
            <a:extLst>
              <a:ext uri="{FF2B5EF4-FFF2-40B4-BE49-F238E27FC236}">
                <a16:creationId xmlns:a16="http://schemas.microsoft.com/office/drawing/2014/main" id="{FA147AAD-7EF3-5F8F-F901-7ADF26B4AFD0}"/>
              </a:ext>
            </a:extLst>
          </p:cNvPr>
          <p:cNvPicPr>
            <a:picLocks noChangeAspect="1"/>
          </p:cNvPicPr>
          <p:nvPr userDrawn="1"/>
        </p:nvPicPr>
        <p:blipFill>
          <a:blip r:embed="rId6"/>
          <a:srcRect l="4692" t="-1" b="17837"/>
          <a:stretch>
            <a:fillRect/>
          </a:stretch>
        </p:blipFill>
        <p:spPr>
          <a:xfrm flipH="1">
            <a:off x="7714188" y="1770380"/>
            <a:ext cx="7206239" cy="3594100"/>
          </a:xfrm>
          <a:prstGeom prst="rect">
            <a:avLst/>
          </a:prstGeom>
        </p:spPr>
      </p:pic>
      <p:sp>
        <p:nvSpPr>
          <p:cNvPr id="4" name="Date Placeholder 3">
            <a:extLst>
              <a:ext uri="{FF2B5EF4-FFF2-40B4-BE49-F238E27FC236}">
                <a16:creationId xmlns:a16="http://schemas.microsoft.com/office/drawing/2014/main" id="{ED511DF1-DF98-12AD-3217-DA83F95F87C0}"/>
              </a:ext>
            </a:extLst>
          </p:cNvPr>
          <p:cNvSpPr>
            <a:spLocks noGrp="1"/>
          </p:cNvSpPr>
          <p:nvPr>
            <p:ph type="dt" sz="half" idx="10"/>
          </p:nvPr>
        </p:nvSpPr>
        <p:spPr/>
        <p:txBody>
          <a:bodyPr/>
          <a:lstStyle>
            <a:lvl1pPr algn="l">
              <a:defRPr>
                <a:solidFill>
                  <a:schemeClr val="bg1">
                    <a:alpha val="35000"/>
                  </a:schemeClr>
                </a:solidFill>
              </a:defRPr>
            </a:lvl1pPr>
          </a:lstStyle>
          <a:p>
            <a:r>
              <a:rPr lang="en-US"/>
              <a:t>2026</a:t>
            </a:r>
            <a:endParaRPr lang="en-US">
              <a:solidFill>
                <a:schemeClr val="bg1">
                  <a:alpha val="35000"/>
                </a:schemeClr>
              </a:solidFill>
            </a:endParaRPr>
          </a:p>
        </p:txBody>
      </p:sp>
      <p:sp>
        <p:nvSpPr>
          <p:cNvPr id="5" name="Footer Placeholder 4">
            <a:extLst>
              <a:ext uri="{FF2B5EF4-FFF2-40B4-BE49-F238E27FC236}">
                <a16:creationId xmlns:a16="http://schemas.microsoft.com/office/drawing/2014/main" id="{D427A56F-E524-4AF3-C4CB-28193A8A28FE}"/>
              </a:ext>
            </a:extLst>
          </p:cNvPr>
          <p:cNvSpPr>
            <a:spLocks noGrp="1"/>
          </p:cNvSpPr>
          <p:nvPr>
            <p:ph type="ftr" sz="quarter" idx="11"/>
          </p:nvPr>
        </p:nvSpPr>
        <p:spPr/>
        <p:txBody>
          <a:bodyPr wrap="none" lIns="0" tIns="0" rIns="0" bIns="0"/>
          <a:lstStyle/>
          <a:p>
            <a:r>
              <a:rPr lang="en-US"/>
              <a:t>Confidential</a:t>
            </a:r>
          </a:p>
        </p:txBody>
      </p:sp>
      <p:sp>
        <p:nvSpPr>
          <p:cNvPr id="6" name="Slide Number Placeholder 5">
            <a:extLst>
              <a:ext uri="{FF2B5EF4-FFF2-40B4-BE49-F238E27FC236}">
                <a16:creationId xmlns:a16="http://schemas.microsoft.com/office/drawing/2014/main" id="{9FCBB31F-AEC4-D99A-FD67-52383FE2CFDA}"/>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11" name="Text Placeholder 2">
            <a:extLst>
              <a:ext uri="{FF2B5EF4-FFF2-40B4-BE49-F238E27FC236}">
                <a16:creationId xmlns:a16="http://schemas.microsoft.com/office/drawing/2014/main" id="{51008C3C-B2B1-B59E-633C-7195C6D7D3E3}"/>
              </a:ext>
            </a:extLst>
          </p:cNvPr>
          <p:cNvSpPr>
            <a:spLocks noGrp="1"/>
          </p:cNvSpPr>
          <p:nvPr>
            <p:ph type="body" idx="1" hasCustomPrompt="1"/>
          </p:nvPr>
        </p:nvSpPr>
        <p:spPr>
          <a:xfrm>
            <a:off x="1219201" y="4705350"/>
            <a:ext cx="7383462" cy="1771650"/>
          </a:xfrm>
        </p:spPr>
        <p:txBody>
          <a:bodyPr/>
          <a:lstStyle>
            <a:lvl1pPr marL="0" indent="0">
              <a:buNone/>
              <a:defRPr sz="3200" b="0" i="0">
                <a:solidFill>
                  <a:schemeClr val="bg1"/>
                </a:solidFill>
                <a:latin typeface="Aptos Light" panose="020B0004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subtitle here</a:t>
            </a:r>
          </a:p>
        </p:txBody>
      </p:sp>
      <p:sp>
        <p:nvSpPr>
          <p:cNvPr id="2" name="Title 1">
            <a:extLst>
              <a:ext uri="{FF2B5EF4-FFF2-40B4-BE49-F238E27FC236}">
                <a16:creationId xmlns:a16="http://schemas.microsoft.com/office/drawing/2014/main" id="{82D51F45-D350-EC26-C767-E2D4D2A8CF2B}"/>
              </a:ext>
            </a:extLst>
          </p:cNvPr>
          <p:cNvSpPr>
            <a:spLocks noGrp="1"/>
          </p:cNvSpPr>
          <p:nvPr>
            <p:ph type="title" hasCustomPrompt="1"/>
          </p:nvPr>
        </p:nvSpPr>
        <p:spPr>
          <a:xfrm>
            <a:off x="1219201" y="2047873"/>
            <a:ext cx="10172700" cy="2362202"/>
          </a:xfrm>
        </p:spPr>
        <p:txBody>
          <a:bodyPr anchor="b"/>
          <a:lstStyle>
            <a:lvl1pPr>
              <a:defRPr sz="7500"/>
            </a:lvl1pPr>
          </a:lstStyle>
          <a:p>
            <a:r>
              <a:rPr lang="en-US"/>
              <a:t>Click to Add Section Title</a:t>
            </a:r>
          </a:p>
        </p:txBody>
      </p:sp>
      <p:sp>
        <p:nvSpPr>
          <p:cNvPr id="13" name="Text Placeholder 8">
            <a:extLst>
              <a:ext uri="{FF2B5EF4-FFF2-40B4-BE49-F238E27FC236}">
                <a16:creationId xmlns:a16="http://schemas.microsoft.com/office/drawing/2014/main" id="{08F6ABC1-209A-A0E5-8A1F-3BCE67B4E9FF}"/>
              </a:ext>
            </a:extLst>
          </p:cNvPr>
          <p:cNvSpPr>
            <a:spLocks noGrp="1"/>
          </p:cNvSpPr>
          <p:nvPr>
            <p:ph type="body" sz="quarter" idx="13" hasCustomPrompt="1"/>
          </p:nvPr>
        </p:nvSpPr>
        <p:spPr>
          <a:xfrm>
            <a:off x="11876088" y="5540966"/>
            <a:ext cx="1725612" cy="1476376"/>
          </a:xfrm>
        </p:spPr>
        <p:txBody>
          <a:bodyPr lIns="0" tIns="0" rIns="0" bIns="0" anchor="t"/>
          <a:lstStyle>
            <a:lvl1pPr algn="r">
              <a:buNone/>
              <a:defRPr sz="12500" b="0" i="0">
                <a:latin typeface="Aptos Light" panose="020B0004020202020204" pitchFamily="34" charset="0"/>
              </a:defRPr>
            </a:lvl1pPr>
          </a:lstStyle>
          <a:p>
            <a:pPr lvl="0"/>
            <a:r>
              <a:rPr lang="en-US"/>
              <a:t>01</a:t>
            </a:r>
          </a:p>
        </p:txBody>
      </p:sp>
    </p:spTree>
    <p:extLst>
      <p:ext uri="{BB962C8B-B14F-4D97-AF65-F5344CB8AC3E}">
        <p14:creationId xmlns:p14="http://schemas.microsoft.com/office/powerpoint/2010/main" val="1638956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 03">
    <p:bg>
      <p:bgPr>
        <a:solidFill>
          <a:schemeClr val="bg2"/>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222EB1B8-4CB7-5772-6881-CB5FB0C82DCE}"/>
              </a:ext>
            </a:extLst>
          </p:cNvPr>
          <p:cNvSpPr/>
          <p:nvPr userDrawn="1"/>
        </p:nvSpPr>
        <p:spPr>
          <a:xfrm>
            <a:off x="0" y="-1"/>
            <a:ext cx="14622153" cy="825749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C8C698C5-1448-A102-9E0E-580470C3A931}"/>
              </a:ext>
            </a:extLst>
          </p:cNvPr>
          <p:cNvPicPr>
            <a:picLocks/>
          </p:cNvPicPr>
          <p:nvPr userDrawn="1"/>
        </p:nvPicPr>
        <p:blipFill>
          <a:blip r:embed="rId2">
            <a:alphaModFix amt="50000"/>
          </a:blip>
          <a:srcRect l="8781" t="6896" r="17132" b="35147"/>
          <a:stretch>
            <a:fillRect/>
          </a:stretch>
        </p:blipFill>
        <p:spPr>
          <a:xfrm>
            <a:off x="6661976" y="1207686"/>
            <a:ext cx="8074152" cy="7049811"/>
          </a:xfrm>
          <a:prstGeom prst="rect">
            <a:avLst/>
          </a:prstGeom>
        </p:spPr>
      </p:pic>
      <p:pic>
        <p:nvPicPr>
          <p:cNvPr id="20" name="Picture 19">
            <a:extLst>
              <a:ext uri="{FF2B5EF4-FFF2-40B4-BE49-F238E27FC236}">
                <a16:creationId xmlns:a16="http://schemas.microsoft.com/office/drawing/2014/main" id="{FA147AAD-7EF3-5F8F-F901-7ADF26B4AFD0}"/>
              </a:ext>
            </a:extLst>
          </p:cNvPr>
          <p:cNvPicPr>
            <a:picLocks noChangeAspect="1"/>
          </p:cNvPicPr>
          <p:nvPr userDrawn="1"/>
        </p:nvPicPr>
        <p:blipFill>
          <a:blip r:embed="rId3"/>
          <a:srcRect l="4692" t="-1" b="17837"/>
          <a:stretch>
            <a:fillRect/>
          </a:stretch>
        </p:blipFill>
        <p:spPr>
          <a:xfrm flipH="1">
            <a:off x="7714188" y="1770380"/>
            <a:ext cx="7206239" cy="3594100"/>
          </a:xfrm>
          <a:prstGeom prst="rect">
            <a:avLst/>
          </a:prstGeom>
        </p:spPr>
      </p:pic>
      <p:sp>
        <p:nvSpPr>
          <p:cNvPr id="4" name="Date Placeholder 3">
            <a:extLst>
              <a:ext uri="{FF2B5EF4-FFF2-40B4-BE49-F238E27FC236}">
                <a16:creationId xmlns:a16="http://schemas.microsoft.com/office/drawing/2014/main" id="{ED511DF1-DF98-12AD-3217-DA83F95F87C0}"/>
              </a:ext>
            </a:extLst>
          </p:cNvPr>
          <p:cNvSpPr>
            <a:spLocks noGrp="1"/>
          </p:cNvSpPr>
          <p:nvPr>
            <p:ph type="dt" sz="half" idx="10"/>
          </p:nvPr>
        </p:nvSpPr>
        <p:spPr/>
        <p:txBody>
          <a:bodyPr/>
          <a:lstStyle>
            <a:lvl1pPr algn="l">
              <a:defRPr>
                <a:solidFill>
                  <a:schemeClr val="bg1">
                    <a:alpha val="35000"/>
                  </a:schemeClr>
                </a:solidFill>
              </a:defRPr>
            </a:lvl1pPr>
          </a:lstStyle>
          <a:p>
            <a:r>
              <a:rPr lang="en-US"/>
              <a:t>2026</a:t>
            </a:r>
            <a:endParaRPr lang="en-US">
              <a:solidFill>
                <a:schemeClr val="bg1">
                  <a:alpha val="35000"/>
                </a:schemeClr>
              </a:solidFill>
            </a:endParaRPr>
          </a:p>
        </p:txBody>
      </p:sp>
      <p:sp>
        <p:nvSpPr>
          <p:cNvPr id="5" name="Footer Placeholder 4">
            <a:extLst>
              <a:ext uri="{FF2B5EF4-FFF2-40B4-BE49-F238E27FC236}">
                <a16:creationId xmlns:a16="http://schemas.microsoft.com/office/drawing/2014/main" id="{D427A56F-E524-4AF3-C4CB-28193A8A28FE}"/>
              </a:ext>
            </a:extLst>
          </p:cNvPr>
          <p:cNvSpPr>
            <a:spLocks noGrp="1"/>
          </p:cNvSpPr>
          <p:nvPr>
            <p:ph type="ftr" sz="quarter" idx="11"/>
          </p:nvPr>
        </p:nvSpPr>
        <p:spPr/>
        <p:txBody>
          <a:bodyPr wrap="none" lIns="0" tIns="0" rIns="0" bIns="0"/>
          <a:lstStyle/>
          <a:p>
            <a:r>
              <a:rPr lang="en-US"/>
              <a:t>Confidential</a:t>
            </a:r>
          </a:p>
        </p:txBody>
      </p:sp>
      <p:sp>
        <p:nvSpPr>
          <p:cNvPr id="6" name="Slide Number Placeholder 5">
            <a:extLst>
              <a:ext uri="{FF2B5EF4-FFF2-40B4-BE49-F238E27FC236}">
                <a16:creationId xmlns:a16="http://schemas.microsoft.com/office/drawing/2014/main" id="{9FCBB31F-AEC4-D99A-FD67-52383FE2CFDA}"/>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11" name="Text Placeholder 2">
            <a:extLst>
              <a:ext uri="{FF2B5EF4-FFF2-40B4-BE49-F238E27FC236}">
                <a16:creationId xmlns:a16="http://schemas.microsoft.com/office/drawing/2014/main" id="{51008C3C-B2B1-B59E-633C-7195C6D7D3E3}"/>
              </a:ext>
            </a:extLst>
          </p:cNvPr>
          <p:cNvSpPr>
            <a:spLocks noGrp="1"/>
          </p:cNvSpPr>
          <p:nvPr>
            <p:ph type="body" idx="1" hasCustomPrompt="1"/>
          </p:nvPr>
        </p:nvSpPr>
        <p:spPr>
          <a:xfrm>
            <a:off x="1219201" y="4705350"/>
            <a:ext cx="7383462" cy="1771650"/>
          </a:xfrm>
        </p:spPr>
        <p:txBody>
          <a:bodyPr/>
          <a:lstStyle>
            <a:lvl1pPr marL="0" indent="0">
              <a:buNone/>
              <a:defRPr sz="3200" b="0" i="0">
                <a:solidFill>
                  <a:schemeClr val="bg1"/>
                </a:solidFill>
                <a:latin typeface="Aptos Light" panose="020B0004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subtitle here</a:t>
            </a:r>
          </a:p>
        </p:txBody>
      </p:sp>
      <p:sp>
        <p:nvSpPr>
          <p:cNvPr id="22" name="Title 1">
            <a:extLst>
              <a:ext uri="{FF2B5EF4-FFF2-40B4-BE49-F238E27FC236}">
                <a16:creationId xmlns:a16="http://schemas.microsoft.com/office/drawing/2014/main" id="{DF221D19-9F1A-2369-AB64-D3E135249E9A}"/>
              </a:ext>
            </a:extLst>
          </p:cNvPr>
          <p:cNvSpPr>
            <a:spLocks noGrp="1"/>
          </p:cNvSpPr>
          <p:nvPr>
            <p:ph type="title" hasCustomPrompt="1"/>
          </p:nvPr>
        </p:nvSpPr>
        <p:spPr>
          <a:xfrm>
            <a:off x="1219201" y="2047873"/>
            <a:ext cx="10172700" cy="2362202"/>
          </a:xfrm>
        </p:spPr>
        <p:txBody>
          <a:bodyPr anchor="b"/>
          <a:lstStyle>
            <a:lvl1pPr>
              <a:defRPr sz="7500"/>
            </a:lvl1pPr>
          </a:lstStyle>
          <a:p>
            <a:r>
              <a:rPr lang="en-US"/>
              <a:t>Click to Add Section Title</a:t>
            </a:r>
          </a:p>
        </p:txBody>
      </p:sp>
      <p:sp>
        <p:nvSpPr>
          <p:cNvPr id="24" name="Text Placeholder 8">
            <a:extLst>
              <a:ext uri="{FF2B5EF4-FFF2-40B4-BE49-F238E27FC236}">
                <a16:creationId xmlns:a16="http://schemas.microsoft.com/office/drawing/2014/main" id="{9E520A03-4C52-D22A-DF99-97EDBE1E4FFD}"/>
              </a:ext>
            </a:extLst>
          </p:cNvPr>
          <p:cNvSpPr>
            <a:spLocks noGrp="1"/>
          </p:cNvSpPr>
          <p:nvPr>
            <p:ph type="body" sz="quarter" idx="13" hasCustomPrompt="1"/>
          </p:nvPr>
        </p:nvSpPr>
        <p:spPr>
          <a:xfrm>
            <a:off x="11876088" y="5540966"/>
            <a:ext cx="1725612" cy="1476376"/>
          </a:xfrm>
        </p:spPr>
        <p:txBody>
          <a:bodyPr lIns="0" tIns="0" rIns="0" bIns="0" anchor="t"/>
          <a:lstStyle>
            <a:lvl1pPr algn="r">
              <a:buNone/>
              <a:defRPr sz="12500" b="0" i="0">
                <a:latin typeface="Aptos Light" panose="020B0004020202020204" pitchFamily="34" charset="0"/>
              </a:defRPr>
            </a:lvl1pPr>
          </a:lstStyle>
          <a:p>
            <a:pPr lvl="0"/>
            <a:r>
              <a:rPr lang="en-US"/>
              <a:t>01</a:t>
            </a:r>
          </a:p>
        </p:txBody>
      </p:sp>
    </p:spTree>
    <p:extLst>
      <p:ext uri="{BB962C8B-B14F-4D97-AF65-F5344CB8AC3E}">
        <p14:creationId xmlns:p14="http://schemas.microsoft.com/office/powerpoint/2010/main" val="1037503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 04">
    <p:bg>
      <p:bgPr>
        <a:solidFill>
          <a:schemeClr val="bg2"/>
        </a:solidFill>
        <a:effectLst/>
      </p:bgPr>
    </p:bg>
    <p:spTree>
      <p:nvGrpSpPr>
        <p:cNvPr id="1" name=""/>
        <p:cNvGrpSpPr/>
        <p:nvPr/>
      </p:nvGrpSpPr>
      <p:grpSpPr>
        <a:xfrm>
          <a:off x="0" y="0"/>
          <a:ext cx="0" cy="0"/>
          <a:chOff x="0" y="0"/>
          <a:chExt cx="0" cy="0"/>
        </a:xfrm>
      </p:grpSpPr>
      <p:pic>
        <p:nvPicPr>
          <p:cNvPr id="2" name="Picture Placeholder 65" descr="A blue square and rectangle shapes&#10;&#10;AI-generated content may be incorrect.">
            <a:extLst>
              <a:ext uri="{FF2B5EF4-FFF2-40B4-BE49-F238E27FC236}">
                <a16:creationId xmlns:a16="http://schemas.microsoft.com/office/drawing/2014/main" id="{40A82429-B5B7-5830-225D-65A129F04B0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V="1">
            <a:off x="0" y="-1"/>
            <a:ext cx="14622153" cy="8257496"/>
          </a:xfrm>
          <a:prstGeom prst="roundRect">
            <a:avLst>
              <a:gd name="adj" fmla="val 0"/>
            </a:avLst>
          </a:prstGeom>
        </p:spPr>
      </p:pic>
      <p:sp>
        <p:nvSpPr>
          <p:cNvPr id="4" name="Date Placeholder 3">
            <a:extLst>
              <a:ext uri="{FF2B5EF4-FFF2-40B4-BE49-F238E27FC236}">
                <a16:creationId xmlns:a16="http://schemas.microsoft.com/office/drawing/2014/main" id="{ED511DF1-DF98-12AD-3217-DA83F95F87C0}"/>
              </a:ext>
            </a:extLst>
          </p:cNvPr>
          <p:cNvSpPr>
            <a:spLocks noGrp="1"/>
          </p:cNvSpPr>
          <p:nvPr>
            <p:ph type="dt" sz="half" idx="10"/>
          </p:nvPr>
        </p:nvSpPr>
        <p:spPr/>
        <p:txBody>
          <a:bodyPr/>
          <a:lstStyle>
            <a:lvl1pPr algn="l">
              <a:defRPr>
                <a:solidFill>
                  <a:schemeClr val="bg1">
                    <a:alpha val="35000"/>
                  </a:schemeClr>
                </a:solidFill>
              </a:defRPr>
            </a:lvl1pPr>
          </a:lstStyle>
          <a:p>
            <a:r>
              <a:rPr lang="en-US"/>
              <a:t>2026</a:t>
            </a:r>
            <a:endParaRPr lang="en-US">
              <a:solidFill>
                <a:schemeClr val="bg1">
                  <a:alpha val="35000"/>
                </a:schemeClr>
              </a:solidFill>
            </a:endParaRPr>
          </a:p>
        </p:txBody>
      </p:sp>
      <p:sp>
        <p:nvSpPr>
          <p:cNvPr id="5" name="Footer Placeholder 4">
            <a:extLst>
              <a:ext uri="{FF2B5EF4-FFF2-40B4-BE49-F238E27FC236}">
                <a16:creationId xmlns:a16="http://schemas.microsoft.com/office/drawing/2014/main" id="{D427A56F-E524-4AF3-C4CB-28193A8A28FE}"/>
              </a:ext>
            </a:extLst>
          </p:cNvPr>
          <p:cNvSpPr>
            <a:spLocks noGrp="1"/>
          </p:cNvSpPr>
          <p:nvPr>
            <p:ph type="ftr" sz="quarter" idx="11"/>
          </p:nvPr>
        </p:nvSpPr>
        <p:spPr/>
        <p:txBody>
          <a:bodyPr wrap="none" lIns="0" tIns="0" rIns="0" bIns="0"/>
          <a:lstStyle/>
          <a:p>
            <a:r>
              <a:rPr lang="en-US"/>
              <a:t>Confidential</a:t>
            </a:r>
          </a:p>
        </p:txBody>
      </p:sp>
      <p:sp>
        <p:nvSpPr>
          <p:cNvPr id="6" name="Slide Number Placeholder 5">
            <a:extLst>
              <a:ext uri="{FF2B5EF4-FFF2-40B4-BE49-F238E27FC236}">
                <a16:creationId xmlns:a16="http://schemas.microsoft.com/office/drawing/2014/main" id="{9FCBB31F-AEC4-D99A-FD67-52383FE2CFDA}"/>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11" name="Text Placeholder 2">
            <a:extLst>
              <a:ext uri="{FF2B5EF4-FFF2-40B4-BE49-F238E27FC236}">
                <a16:creationId xmlns:a16="http://schemas.microsoft.com/office/drawing/2014/main" id="{51008C3C-B2B1-B59E-633C-7195C6D7D3E3}"/>
              </a:ext>
            </a:extLst>
          </p:cNvPr>
          <p:cNvSpPr>
            <a:spLocks noGrp="1"/>
          </p:cNvSpPr>
          <p:nvPr>
            <p:ph type="body" idx="1" hasCustomPrompt="1"/>
          </p:nvPr>
        </p:nvSpPr>
        <p:spPr>
          <a:xfrm>
            <a:off x="1219201" y="4705350"/>
            <a:ext cx="7383462" cy="1771650"/>
          </a:xfrm>
        </p:spPr>
        <p:txBody>
          <a:bodyPr/>
          <a:lstStyle>
            <a:lvl1pPr marL="0" indent="0">
              <a:buNone/>
              <a:defRPr sz="3200" b="0" i="0">
                <a:solidFill>
                  <a:schemeClr val="bg1"/>
                </a:solidFill>
                <a:latin typeface="Aptos Light" panose="020B0004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subtitle here</a:t>
            </a:r>
          </a:p>
        </p:txBody>
      </p:sp>
      <p:sp>
        <p:nvSpPr>
          <p:cNvPr id="3" name="Title 1">
            <a:extLst>
              <a:ext uri="{FF2B5EF4-FFF2-40B4-BE49-F238E27FC236}">
                <a16:creationId xmlns:a16="http://schemas.microsoft.com/office/drawing/2014/main" id="{3A3D01D5-8F62-3869-3543-C2DBDA698F2B}"/>
              </a:ext>
            </a:extLst>
          </p:cNvPr>
          <p:cNvSpPr>
            <a:spLocks noGrp="1"/>
          </p:cNvSpPr>
          <p:nvPr>
            <p:ph type="title" hasCustomPrompt="1"/>
          </p:nvPr>
        </p:nvSpPr>
        <p:spPr>
          <a:xfrm>
            <a:off x="1219201" y="2047873"/>
            <a:ext cx="10172700" cy="2362202"/>
          </a:xfrm>
        </p:spPr>
        <p:txBody>
          <a:bodyPr anchor="b"/>
          <a:lstStyle>
            <a:lvl1pPr>
              <a:defRPr sz="7500"/>
            </a:lvl1pPr>
          </a:lstStyle>
          <a:p>
            <a:r>
              <a:rPr lang="en-US"/>
              <a:t>Click to Add Section Title</a:t>
            </a:r>
          </a:p>
        </p:txBody>
      </p:sp>
      <p:sp>
        <p:nvSpPr>
          <p:cNvPr id="8" name="Text Placeholder 8">
            <a:extLst>
              <a:ext uri="{FF2B5EF4-FFF2-40B4-BE49-F238E27FC236}">
                <a16:creationId xmlns:a16="http://schemas.microsoft.com/office/drawing/2014/main" id="{BF1F13CA-7392-FC61-6516-F68084C61AEA}"/>
              </a:ext>
            </a:extLst>
          </p:cNvPr>
          <p:cNvSpPr>
            <a:spLocks noGrp="1"/>
          </p:cNvSpPr>
          <p:nvPr>
            <p:ph type="body" sz="quarter" idx="13" hasCustomPrompt="1"/>
          </p:nvPr>
        </p:nvSpPr>
        <p:spPr>
          <a:xfrm>
            <a:off x="11876088" y="5540966"/>
            <a:ext cx="1725612" cy="1476376"/>
          </a:xfrm>
        </p:spPr>
        <p:txBody>
          <a:bodyPr lIns="0" tIns="0" rIns="0" bIns="0" anchor="t"/>
          <a:lstStyle>
            <a:lvl1pPr algn="r">
              <a:buNone/>
              <a:defRPr sz="12500" b="0" i="0">
                <a:latin typeface="Aptos Light" panose="020B0004020202020204" pitchFamily="34" charset="0"/>
              </a:defRPr>
            </a:lvl1pPr>
          </a:lstStyle>
          <a:p>
            <a:pPr lvl="0"/>
            <a:r>
              <a:rPr lang="en-US"/>
              <a:t>01</a:t>
            </a:r>
          </a:p>
        </p:txBody>
      </p:sp>
    </p:spTree>
    <p:extLst>
      <p:ext uri="{BB962C8B-B14F-4D97-AF65-F5344CB8AC3E}">
        <p14:creationId xmlns:p14="http://schemas.microsoft.com/office/powerpoint/2010/main" val="1548238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 — 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01C48CF-A698-16DB-79EB-6E8828B6B157}"/>
              </a:ext>
            </a:extLst>
          </p:cNvPr>
          <p:cNvSpPr>
            <a:spLocks noGrp="1"/>
          </p:cNvSpPr>
          <p:nvPr>
            <p:ph type="dt" sz="half" idx="10"/>
          </p:nvPr>
        </p:nvSpPr>
        <p:spPr/>
        <p:txBody>
          <a:bodyPr/>
          <a:lstStyle/>
          <a:p>
            <a:r>
              <a:rPr lang="en-US"/>
              <a:t>2026</a:t>
            </a:r>
          </a:p>
        </p:txBody>
      </p:sp>
      <p:sp>
        <p:nvSpPr>
          <p:cNvPr id="4" name="Footer Placeholder 3">
            <a:extLst>
              <a:ext uri="{FF2B5EF4-FFF2-40B4-BE49-F238E27FC236}">
                <a16:creationId xmlns:a16="http://schemas.microsoft.com/office/drawing/2014/main" id="{DE1EDFAF-F81E-1B92-472B-34197956291F}"/>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22BCD5DA-63B1-D89B-1B45-1E7F16004BF5}"/>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6" name="Title 1">
            <a:extLst>
              <a:ext uri="{FF2B5EF4-FFF2-40B4-BE49-F238E27FC236}">
                <a16:creationId xmlns:a16="http://schemas.microsoft.com/office/drawing/2014/main" id="{41B54247-3279-A303-3717-45DC5F5135EE}"/>
              </a:ext>
            </a:extLst>
          </p:cNvPr>
          <p:cNvSpPr>
            <a:spLocks noGrp="1"/>
          </p:cNvSpPr>
          <p:nvPr>
            <p:ph type="title" hasCustomPrompt="1"/>
          </p:nvPr>
        </p:nvSpPr>
        <p:spPr>
          <a:xfrm>
            <a:off x="1143000" y="876300"/>
            <a:ext cx="12915899" cy="876300"/>
          </a:xfrm>
        </p:spPr>
        <p:txBody>
          <a:bodyPr anchor="t"/>
          <a:lstStyle/>
          <a:p>
            <a:r>
              <a:rPr lang="en-US"/>
              <a:t>Click to add slide title</a:t>
            </a:r>
          </a:p>
        </p:txBody>
      </p:sp>
      <p:sp>
        <p:nvSpPr>
          <p:cNvPr id="8" name="Text Placeholder 16">
            <a:extLst>
              <a:ext uri="{FF2B5EF4-FFF2-40B4-BE49-F238E27FC236}">
                <a16:creationId xmlns:a16="http://schemas.microsoft.com/office/drawing/2014/main" id="{71A3FB2E-DC64-BB86-C416-44B1CDB8729E}"/>
              </a:ext>
            </a:extLst>
          </p:cNvPr>
          <p:cNvSpPr>
            <a:spLocks noGrp="1"/>
          </p:cNvSpPr>
          <p:nvPr>
            <p:ph type="body" sz="quarter" idx="14" hasCustomPrompt="1"/>
          </p:nvPr>
        </p:nvSpPr>
        <p:spPr>
          <a:xfrm>
            <a:off x="1143000" y="581025"/>
            <a:ext cx="6369050" cy="295275"/>
          </a:xfrm>
        </p:spPr>
        <p:txBody>
          <a:bodyPr bIns="0" anchor="t"/>
          <a:lstStyle>
            <a:lvl1pPr>
              <a:buNone/>
              <a:defRPr sz="1400" spc="100" baseline="0">
                <a:solidFill>
                  <a:schemeClr val="tx2"/>
                </a:solidFill>
              </a:defRPr>
            </a:lvl1pPr>
          </a:lstStyle>
          <a:p>
            <a:pPr lvl="0"/>
            <a:r>
              <a:rPr lang="en-US"/>
              <a:t>SAMPLE PREHEADER</a:t>
            </a:r>
          </a:p>
        </p:txBody>
      </p:sp>
    </p:spTree>
    <p:extLst>
      <p:ext uri="{BB962C8B-B14F-4D97-AF65-F5344CB8AC3E}">
        <p14:creationId xmlns:p14="http://schemas.microsoft.com/office/powerpoint/2010/main" val="1610345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 —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17D7C-DCDF-29B1-3DE3-64B844369AA0}"/>
              </a:ext>
            </a:extLst>
          </p:cNvPr>
          <p:cNvSpPr>
            <a:spLocks noGrp="1"/>
          </p:cNvSpPr>
          <p:nvPr>
            <p:ph type="title" hasCustomPrompt="1"/>
          </p:nvPr>
        </p:nvSpPr>
        <p:spPr>
          <a:xfrm>
            <a:off x="1143000" y="876300"/>
            <a:ext cx="12915899" cy="876300"/>
          </a:xfrm>
        </p:spPr>
        <p:txBody>
          <a:bodyPr anchor="t"/>
          <a:lstStyle/>
          <a:p>
            <a:r>
              <a:rPr lang="en-US"/>
              <a:t>Click to add slide title</a:t>
            </a:r>
          </a:p>
        </p:txBody>
      </p:sp>
      <p:sp>
        <p:nvSpPr>
          <p:cNvPr id="3" name="Content Placeholder 2">
            <a:extLst>
              <a:ext uri="{FF2B5EF4-FFF2-40B4-BE49-F238E27FC236}">
                <a16:creationId xmlns:a16="http://schemas.microsoft.com/office/drawing/2014/main" id="{15F5406B-00D9-3856-5F7A-B762FCE252A8}"/>
              </a:ext>
            </a:extLst>
          </p:cNvPr>
          <p:cNvSpPr>
            <a:spLocks noGrp="1"/>
          </p:cNvSpPr>
          <p:nvPr>
            <p:ph idx="1" hasCustomPrompt="1"/>
          </p:nvPr>
        </p:nvSpPr>
        <p:spPr>
          <a:xfrm>
            <a:off x="1143000" y="2047875"/>
            <a:ext cx="12915900" cy="5610225"/>
          </a:xfrm>
        </p:spPr>
        <p:txBody>
          <a:bodyPr>
            <a:no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218408-DCFC-C01F-4D8D-E347CD33F587}"/>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5D1B0B58-59A2-9827-8D34-F81F764A1EF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7F6D388E-7B64-296F-76CE-C0D59743D1CC}"/>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7" name="Text Placeholder 16">
            <a:extLst>
              <a:ext uri="{FF2B5EF4-FFF2-40B4-BE49-F238E27FC236}">
                <a16:creationId xmlns:a16="http://schemas.microsoft.com/office/drawing/2014/main" id="{36D0FEEC-88A6-DBBE-46FA-53516D39B832}"/>
              </a:ext>
            </a:extLst>
          </p:cNvPr>
          <p:cNvSpPr>
            <a:spLocks noGrp="1"/>
          </p:cNvSpPr>
          <p:nvPr>
            <p:ph type="body" sz="quarter" idx="14" hasCustomPrompt="1"/>
          </p:nvPr>
        </p:nvSpPr>
        <p:spPr>
          <a:xfrm>
            <a:off x="1143000" y="581025"/>
            <a:ext cx="6369050" cy="295275"/>
          </a:xfrm>
        </p:spPr>
        <p:txBody>
          <a:bodyPr bIns="0" anchor="t"/>
          <a:lstStyle>
            <a:lvl1pPr>
              <a:buNone/>
              <a:defRPr sz="1400" spc="100" baseline="0">
                <a:solidFill>
                  <a:schemeClr val="tx2"/>
                </a:solidFill>
              </a:defRPr>
            </a:lvl1pPr>
          </a:lstStyle>
          <a:p>
            <a:pPr lvl="0"/>
            <a:r>
              <a:rPr lang="en-US"/>
              <a:t>SAMPLE PREHEADER</a:t>
            </a:r>
          </a:p>
        </p:txBody>
      </p:sp>
    </p:spTree>
    <p:extLst>
      <p:ext uri="{BB962C8B-B14F-4D97-AF65-F5344CB8AC3E}">
        <p14:creationId xmlns:p14="http://schemas.microsoft.com/office/powerpoint/2010/main" val="2920195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Col — C">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F5406B-00D9-3856-5F7A-B762FCE252A8}"/>
              </a:ext>
            </a:extLst>
          </p:cNvPr>
          <p:cNvSpPr>
            <a:spLocks noGrp="1"/>
          </p:cNvSpPr>
          <p:nvPr>
            <p:ph idx="1" hasCustomPrompt="1"/>
          </p:nvPr>
        </p:nvSpPr>
        <p:spPr>
          <a:xfrm>
            <a:off x="1143000" y="2933700"/>
            <a:ext cx="12915900" cy="4724399"/>
          </a:xfrm>
        </p:spPr>
        <p:txBody>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218408-DCFC-C01F-4D8D-E347CD33F587}"/>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5D1B0B58-59A2-9827-8D34-F81F764A1EF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7F6D388E-7B64-296F-76CE-C0D59743D1CC}"/>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10" name="Text Placeholder 3">
            <a:extLst>
              <a:ext uri="{FF2B5EF4-FFF2-40B4-BE49-F238E27FC236}">
                <a16:creationId xmlns:a16="http://schemas.microsoft.com/office/drawing/2014/main" id="{9D8B2F70-66C5-53D3-940D-07D6F0583DE5}"/>
              </a:ext>
            </a:extLst>
          </p:cNvPr>
          <p:cNvSpPr>
            <a:spLocks noGrp="1"/>
          </p:cNvSpPr>
          <p:nvPr>
            <p:ph type="body" sz="half" idx="2" hasCustomPrompt="1"/>
          </p:nvPr>
        </p:nvSpPr>
        <p:spPr>
          <a:xfrm>
            <a:off x="1143000" y="1762126"/>
            <a:ext cx="12915900" cy="876300"/>
          </a:xfrm>
        </p:spPr>
        <p:txBody>
          <a:bodyPr wrap="none">
            <a:noAutofit/>
          </a:bodyPr>
          <a:lstStyle>
            <a:lvl1pPr marL="0" indent="0">
              <a:buNone/>
              <a:defRPr sz="2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intro copy</a:t>
            </a:r>
          </a:p>
        </p:txBody>
      </p:sp>
      <p:sp>
        <p:nvSpPr>
          <p:cNvPr id="8" name="Title 1">
            <a:extLst>
              <a:ext uri="{FF2B5EF4-FFF2-40B4-BE49-F238E27FC236}">
                <a16:creationId xmlns:a16="http://schemas.microsoft.com/office/drawing/2014/main" id="{B47319A7-0657-C22A-A17D-5C5DFE73F5EE}"/>
              </a:ext>
            </a:extLst>
          </p:cNvPr>
          <p:cNvSpPr>
            <a:spLocks noGrp="1"/>
          </p:cNvSpPr>
          <p:nvPr>
            <p:ph type="title" hasCustomPrompt="1"/>
          </p:nvPr>
        </p:nvSpPr>
        <p:spPr>
          <a:xfrm>
            <a:off x="1143000" y="876300"/>
            <a:ext cx="12915899" cy="876300"/>
          </a:xfrm>
        </p:spPr>
        <p:txBody>
          <a:bodyPr anchor="t"/>
          <a:lstStyle/>
          <a:p>
            <a:r>
              <a:rPr lang="en-US"/>
              <a:t>Click to add slide title</a:t>
            </a:r>
          </a:p>
        </p:txBody>
      </p:sp>
      <p:sp>
        <p:nvSpPr>
          <p:cNvPr id="9" name="Text Placeholder 16">
            <a:extLst>
              <a:ext uri="{FF2B5EF4-FFF2-40B4-BE49-F238E27FC236}">
                <a16:creationId xmlns:a16="http://schemas.microsoft.com/office/drawing/2014/main" id="{9022434F-9C83-AA38-61FA-18C9878C7A2C}"/>
              </a:ext>
            </a:extLst>
          </p:cNvPr>
          <p:cNvSpPr>
            <a:spLocks noGrp="1"/>
          </p:cNvSpPr>
          <p:nvPr>
            <p:ph type="body" sz="quarter" idx="14" hasCustomPrompt="1"/>
          </p:nvPr>
        </p:nvSpPr>
        <p:spPr>
          <a:xfrm>
            <a:off x="1143000" y="581025"/>
            <a:ext cx="6369050" cy="295275"/>
          </a:xfrm>
        </p:spPr>
        <p:txBody>
          <a:bodyPr bIns="0" anchor="t"/>
          <a:lstStyle>
            <a:lvl1pPr>
              <a:buNone/>
              <a:defRPr sz="1400" spc="100" baseline="0">
                <a:solidFill>
                  <a:schemeClr val="tx2"/>
                </a:solidFill>
              </a:defRPr>
            </a:lvl1pPr>
          </a:lstStyle>
          <a:p>
            <a:pPr lvl="0"/>
            <a:r>
              <a:rPr lang="en-US"/>
              <a:t>SAMPLE PREHEADER</a:t>
            </a:r>
          </a:p>
        </p:txBody>
      </p:sp>
    </p:spTree>
    <p:extLst>
      <p:ext uri="{BB962C8B-B14F-4D97-AF65-F5344CB8AC3E}">
        <p14:creationId xmlns:p14="http://schemas.microsoft.com/office/powerpoint/2010/main" val="3653858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 Col — 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BD11D0-0CC1-6738-9760-4FCA1BF0F9A3}"/>
              </a:ext>
            </a:extLst>
          </p:cNvPr>
          <p:cNvSpPr>
            <a:spLocks noGrp="1"/>
          </p:cNvSpPr>
          <p:nvPr>
            <p:ph idx="1"/>
          </p:nvPr>
        </p:nvSpPr>
        <p:spPr>
          <a:xfrm>
            <a:off x="1181101" y="2638425"/>
            <a:ext cx="12877799" cy="50196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B3421A-B326-320E-D35A-B1BE8D821083}"/>
              </a:ext>
            </a:extLst>
          </p:cNvPr>
          <p:cNvSpPr>
            <a:spLocks noGrp="1"/>
          </p:cNvSpPr>
          <p:nvPr>
            <p:ph type="body" sz="half" idx="2" hasCustomPrompt="1"/>
          </p:nvPr>
        </p:nvSpPr>
        <p:spPr>
          <a:xfrm>
            <a:off x="5507038" y="866775"/>
            <a:ext cx="8551862" cy="1476374"/>
          </a:xfrm>
        </p:spPr>
        <p:txBody>
          <a:bodyPr>
            <a:noAutofit/>
          </a:bodyPr>
          <a:lstStyle>
            <a:lvl1pPr marL="0" indent="0">
              <a:buNone/>
              <a:defRPr sz="2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intro copy</a:t>
            </a:r>
          </a:p>
        </p:txBody>
      </p:sp>
      <p:sp>
        <p:nvSpPr>
          <p:cNvPr id="5" name="Date Placeholder 4">
            <a:extLst>
              <a:ext uri="{FF2B5EF4-FFF2-40B4-BE49-F238E27FC236}">
                <a16:creationId xmlns:a16="http://schemas.microsoft.com/office/drawing/2014/main" id="{CB681737-C3AC-8E64-1CAD-4DF72E1580FB}"/>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B068A913-7E8B-6100-9ABD-FCD49A7F9E75}"/>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E36E7B8C-FD0F-661A-7EB9-95114928DB80}"/>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11" name="Title 1">
            <a:extLst>
              <a:ext uri="{FF2B5EF4-FFF2-40B4-BE49-F238E27FC236}">
                <a16:creationId xmlns:a16="http://schemas.microsoft.com/office/drawing/2014/main" id="{679ACD42-A767-F622-9BE7-A7FEF2EEDB5B}"/>
              </a:ext>
            </a:extLst>
          </p:cNvPr>
          <p:cNvSpPr>
            <a:spLocks noGrp="1"/>
          </p:cNvSpPr>
          <p:nvPr>
            <p:ph type="title" hasCustomPrompt="1"/>
          </p:nvPr>
        </p:nvSpPr>
        <p:spPr>
          <a:xfrm>
            <a:off x="1143001" y="876299"/>
            <a:ext cx="3716337" cy="1466849"/>
          </a:xfrm>
        </p:spPr>
        <p:txBody>
          <a:bodyPr anchor="t"/>
          <a:lstStyle/>
          <a:p>
            <a:r>
              <a:rPr lang="en-US"/>
              <a:t>Click to add slide title</a:t>
            </a:r>
          </a:p>
        </p:txBody>
      </p:sp>
      <p:sp>
        <p:nvSpPr>
          <p:cNvPr id="12" name="Text Placeholder 16">
            <a:extLst>
              <a:ext uri="{FF2B5EF4-FFF2-40B4-BE49-F238E27FC236}">
                <a16:creationId xmlns:a16="http://schemas.microsoft.com/office/drawing/2014/main" id="{F0BE50F5-BF30-07C6-57DA-F51F6FF009A5}"/>
              </a:ext>
            </a:extLst>
          </p:cNvPr>
          <p:cNvSpPr>
            <a:spLocks noGrp="1"/>
          </p:cNvSpPr>
          <p:nvPr>
            <p:ph type="body" sz="quarter" idx="14" hasCustomPrompt="1"/>
          </p:nvPr>
        </p:nvSpPr>
        <p:spPr>
          <a:xfrm>
            <a:off x="1143000" y="581026"/>
            <a:ext cx="3716337" cy="285750"/>
          </a:xfrm>
        </p:spPr>
        <p:txBody>
          <a:bodyPr bIns="0" anchor="t"/>
          <a:lstStyle>
            <a:lvl1pPr>
              <a:buNone/>
              <a:defRPr sz="1400" spc="100" baseline="0">
                <a:solidFill>
                  <a:schemeClr val="tx2"/>
                </a:solidFill>
              </a:defRPr>
            </a:lvl1pPr>
          </a:lstStyle>
          <a:p>
            <a:pPr lvl="0"/>
            <a:r>
              <a:rPr lang="en-US"/>
              <a:t>SAMPLE PREHEADER</a:t>
            </a:r>
          </a:p>
        </p:txBody>
      </p:sp>
    </p:spTree>
    <p:extLst>
      <p:ext uri="{BB962C8B-B14F-4D97-AF65-F5344CB8AC3E}">
        <p14:creationId xmlns:p14="http://schemas.microsoft.com/office/powerpoint/2010/main" val="838787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 —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72111-6029-FC77-A63E-56717A3BF9DA}"/>
              </a:ext>
            </a:extLst>
          </p:cNvPr>
          <p:cNvSpPr>
            <a:spLocks noGrp="1"/>
          </p:cNvSpPr>
          <p:nvPr>
            <p:ph type="title" hasCustomPrompt="1"/>
          </p:nvPr>
        </p:nvSpPr>
        <p:spPr>
          <a:xfrm>
            <a:off x="1143000" y="885053"/>
            <a:ext cx="12915899" cy="867547"/>
          </a:xfrm>
        </p:spPr>
        <p:txBody>
          <a:bodyPr anchor="t"/>
          <a:lstStyle/>
          <a:p>
            <a:r>
              <a:rPr lang="en-US"/>
              <a:t>Click to add slide title</a:t>
            </a:r>
          </a:p>
        </p:txBody>
      </p:sp>
      <p:sp>
        <p:nvSpPr>
          <p:cNvPr id="3" name="Content Placeholder 2">
            <a:extLst>
              <a:ext uri="{FF2B5EF4-FFF2-40B4-BE49-F238E27FC236}">
                <a16:creationId xmlns:a16="http://schemas.microsoft.com/office/drawing/2014/main" id="{291ACBF3-206A-058B-D2FD-CE40BB725A54}"/>
              </a:ext>
            </a:extLst>
          </p:cNvPr>
          <p:cNvSpPr>
            <a:spLocks noGrp="1"/>
          </p:cNvSpPr>
          <p:nvPr>
            <p:ph sz="half" idx="1"/>
          </p:nvPr>
        </p:nvSpPr>
        <p:spPr>
          <a:xfrm>
            <a:off x="1138427" y="2057399"/>
            <a:ext cx="5910073" cy="5600701"/>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72EA3D-E787-C182-1FF0-3030F28C3532}"/>
              </a:ext>
            </a:extLst>
          </p:cNvPr>
          <p:cNvSpPr>
            <a:spLocks noGrp="1"/>
          </p:cNvSpPr>
          <p:nvPr>
            <p:ph sz="half" idx="2"/>
          </p:nvPr>
        </p:nvSpPr>
        <p:spPr>
          <a:xfrm>
            <a:off x="7691626" y="2057399"/>
            <a:ext cx="5910073" cy="5600701"/>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A4466-045F-A5F1-5610-B95C354988CE}"/>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C7FF85F-4F6D-64A3-8608-383826A63C21}"/>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7A32E60A-1D4D-2CC8-E989-0B5C18623DED}"/>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9" name="Text Placeholder 16">
            <a:extLst>
              <a:ext uri="{FF2B5EF4-FFF2-40B4-BE49-F238E27FC236}">
                <a16:creationId xmlns:a16="http://schemas.microsoft.com/office/drawing/2014/main" id="{851215C9-9F41-D59F-B8E0-03F30CBBEC6F}"/>
              </a:ext>
            </a:extLst>
          </p:cNvPr>
          <p:cNvSpPr>
            <a:spLocks noGrp="1"/>
          </p:cNvSpPr>
          <p:nvPr>
            <p:ph type="body" sz="quarter" idx="14" hasCustomPrompt="1"/>
          </p:nvPr>
        </p:nvSpPr>
        <p:spPr>
          <a:xfrm>
            <a:off x="1159933" y="571500"/>
            <a:ext cx="6292850" cy="295274"/>
          </a:xfrm>
        </p:spPr>
        <p:txBody>
          <a:bodyPr bIns="0" anchor="t"/>
          <a:lstStyle>
            <a:lvl1pPr>
              <a:buNone/>
              <a:defRPr sz="1400" spc="100" baseline="0">
                <a:solidFill>
                  <a:schemeClr val="tx2"/>
                </a:solidFill>
              </a:defRPr>
            </a:lvl1pPr>
          </a:lstStyle>
          <a:p>
            <a:pPr lvl="0"/>
            <a:r>
              <a:rPr lang="en-US"/>
              <a:t>SAMPLE PREHEADER</a:t>
            </a:r>
          </a:p>
        </p:txBody>
      </p:sp>
    </p:spTree>
    <p:extLst>
      <p:ext uri="{BB962C8B-B14F-4D97-AF65-F5344CB8AC3E}">
        <p14:creationId xmlns:p14="http://schemas.microsoft.com/office/powerpoint/2010/main" val="2612424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 —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4652-3E48-06A5-E219-08F46418CF64}"/>
              </a:ext>
            </a:extLst>
          </p:cNvPr>
          <p:cNvSpPr>
            <a:spLocks noGrp="1"/>
          </p:cNvSpPr>
          <p:nvPr>
            <p:ph type="title" hasCustomPrompt="1"/>
          </p:nvPr>
        </p:nvSpPr>
        <p:spPr>
          <a:xfrm>
            <a:off x="1181100" y="866775"/>
            <a:ext cx="12877800" cy="885825"/>
          </a:xfrm>
        </p:spPr>
        <p:txBody>
          <a:bodyPr anchor="t"/>
          <a:lstStyle>
            <a:lvl1pPr>
              <a:defRPr sz="4700"/>
            </a:lvl1pPr>
          </a:lstStyle>
          <a:p>
            <a:r>
              <a:rPr lang="en-US"/>
              <a:t>Click to add slide title</a:t>
            </a:r>
          </a:p>
        </p:txBody>
      </p:sp>
      <p:sp>
        <p:nvSpPr>
          <p:cNvPr id="3" name="Picture Placeholder 2">
            <a:extLst>
              <a:ext uri="{FF2B5EF4-FFF2-40B4-BE49-F238E27FC236}">
                <a16:creationId xmlns:a16="http://schemas.microsoft.com/office/drawing/2014/main" id="{D09E7602-DFEF-F46E-7D51-C0F66CFD44B7}"/>
              </a:ext>
            </a:extLst>
          </p:cNvPr>
          <p:cNvSpPr>
            <a:spLocks noGrp="1"/>
          </p:cNvSpPr>
          <p:nvPr>
            <p:ph type="pic" idx="1"/>
          </p:nvPr>
        </p:nvSpPr>
        <p:spPr>
          <a:xfrm>
            <a:off x="7689850" y="2057400"/>
            <a:ext cx="5911850" cy="5600699"/>
          </a:xfrm>
          <a:prstGeom prst="roundRect">
            <a:avLst>
              <a:gd name="adj" fmla="val 3969"/>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828D1836-7D77-501A-C196-F096EFD5ED53}"/>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85893C3-947B-D65E-E52F-6C44EB47A5D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9AEF275-B3A0-7743-D9F5-8C1858F93CFB}"/>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Text Placeholder 16">
            <a:extLst>
              <a:ext uri="{FF2B5EF4-FFF2-40B4-BE49-F238E27FC236}">
                <a16:creationId xmlns:a16="http://schemas.microsoft.com/office/drawing/2014/main" id="{A4CE41FB-034C-1808-9C6F-8A499DA48F6B}"/>
              </a:ext>
            </a:extLst>
          </p:cNvPr>
          <p:cNvSpPr>
            <a:spLocks noGrp="1"/>
          </p:cNvSpPr>
          <p:nvPr>
            <p:ph type="body" sz="quarter" idx="14" hasCustomPrompt="1"/>
          </p:nvPr>
        </p:nvSpPr>
        <p:spPr>
          <a:xfrm>
            <a:off x="1181100" y="571500"/>
            <a:ext cx="6330951" cy="295275"/>
          </a:xfrm>
        </p:spPr>
        <p:txBody>
          <a:bodyPr bIns="0" anchor="t"/>
          <a:lstStyle>
            <a:lvl1pPr>
              <a:buNone/>
              <a:defRPr sz="1400" spc="100" baseline="0">
                <a:solidFill>
                  <a:schemeClr val="tx2"/>
                </a:solidFill>
              </a:defRPr>
            </a:lvl1pPr>
          </a:lstStyle>
          <a:p>
            <a:pPr lvl="0"/>
            <a:r>
              <a:rPr lang="en-US"/>
              <a:t>SAMPLE PREHEADER</a:t>
            </a:r>
          </a:p>
        </p:txBody>
      </p:sp>
      <p:sp>
        <p:nvSpPr>
          <p:cNvPr id="14" name="Text Placeholder 13">
            <a:extLst>
              <a:ext uri="{FF2B5EF4-FFF2-40B4-BE49-F238E27FC236}">
                <a16:creationId xmlns:a16="http://schemas.microsoft.com/office/drawing/2014/main" id="{D125C093-CDED-4F8A-0B6E-E7BA40C1ECF9}"/>
              </a:ext>
            </a:extLst>
          </p:cNvPr>
          <p:cNvSpPr>
            <a:spLocks noGrp="1"/>
          </p:cNvSpPr>
          <p:nvPr>
            <p:ph type="body" sz="quarter" idx="15"/>
          </p:nvPr>
        </p:nvSpPr>
        <p:spPr>
          <a:xfrm>
            <a:off x="1181100" y="2057400"/>
            <a:ext cx="5867400" cy="56007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1641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 —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4652-3E48-06A5-E219-08F46418CF64}"/>
              </a:ext>
            </a:extLst>
          </p:cNvPr>
          <p:cNvSpPr>
            <a:spLocks noGrp="1"/>
          </p:cNvSpPr>
          <p:nvPr>
            <p:ph type="title" hasCustomPrompt="1"/>
          </p:nvPr>
        </p:nvSpPr>
        <p:spPr>
          <a:xfrm>
            <a:off x="1181100" y="866775"/>
            <a:ext cx="12877800" cy="885825"/>
          </a:xfrm>
        </p:spPr>
        <p:txBody>
          <a:bodyPr anchor="t"/>
          <a:lstStyle>
            <a:lvl1pPr>
              <a:defRPr sz="4700"/>
            </a:lvl1pPr>
          </a:lstStyle>
          <a:p>
            <a:r>
              <a:rPr lang="en-US"/>
              <a:t>Click to add slide title</a:t>
            </a:r>
          </a:p>
        </p:txBody>
      </p:sp>
      <p:sp>
        <p:nvSpPr>
          <p:cNvPr id="3" name="Picture Placeholder 2">
            <a:extLst>
              <a:ext uri="{FF2B5EF4-FFF2-40B4-BE49-F238E27FC236}">
                <a16:creationId xmlns:a16="http://schemas.microsoft.com/office/drawing/2014/main" id="{D09E7602-DFEF-F46E-7D51-C0F66CFD44B7}"/>
              </a:ext>
            </a:extLst>
          </p:cNvPr>
          <p:cNvSpPr>
            <a:spLocks noGrp="1"/>
          </p:cNvSpPr>
          <p:nvPr>
            <p:ph type="pic" idx="1"/>
          </p:nvPr>
        </p:nvSpPr>
        <p:spPr>
          <a:xfrm>
            <a:off x="1143000" y="2057400"/>
            <a:ext cx="5905500" cy="5600699"/>
          </a:xfrm>
          <a:prstGeom prst="roundRect">
            <a:avLst>
              <a:gd name="adj" fmla="val 3969"/>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828D1836-7D77-501A-C196-F096EFD5ED53}"/>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85893C3-947B-D65E-E52F-6C44EB47A5D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9AEF275-B3A0-7743-D9F5-8C1858F93CFB}"/>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Text Placeholder 16">
            <a:extLst>
              <a:ext uri="{FF2B5EF4-FFF2-40B4-BE49-F238E27FC236}">
                <a16:creationId xmlns:a16="http://schemas.microsoft.com/office/drawing/2014/main" id="{A4CE41FB-034C-1808-9C6F-8A499DA48F6B}"/>
              </a:ext>
            </a:extLst>
          </p:cNvPr>
          <p:cNvSpPr>
            <a:spLocks noGrp="1"/>
          </p:cNvSpPr>
          <p:nvPr>
            <p:ph type="body" sz="quarter" idx="14" hasCustomPrompt="1"/>
          </p:nvPr>
        </p:nvSpPr>
        <p:spPr>
          <a:xfrm>
            <a:off x="1181100" y="571500"/>
            <a:ext cx="6330951" cy="295275"/>
          </a:xfrm>
        </p:spPr>
        <p:txBody>
          <a:bodyPr bIns="0" anchor="t"/>
          <a:lstStyle>
            <a:lvl1pPr>
              <a:buNone/>
              <a:defRPr sz="1400" spc="100" baseline="0">
                <a:solidFill>
                  <a:schemeClr val="tx2"/>
                </a:solidFill>
              </a:defRPr>
            </a:lvl1pPr>
          </a:lstStyle>
          <a:p>
            <a:pPr lvl="0"/>
            <a:r>
              <a:rPr lang="en-US"/>
              <a:t>SAMPLE PREHEADER</a:t>
            </a:r>
          </a:p>
        </p:txBody>
      </p:sp>
      <p:sp>
        <p:nvSpPr>
          <p:cNvPr id="14" name="Text Placeholder 13">
            <a:extLst>
              <a:ext uri="{FF2B5EF4-FFF2-40B4-BE49-F238E27FC236}">
                <a16:creationId xmlns:a16="http://schemas.microsoft.com/office/drawing/2014/main" id="{D125C093-CDED-4F8A-0B6E-E7BA40C1ECF9}"/>
              </a:ext>
            </a:extLst>
          </p:cNvPr>
          <p:cNvSpPr>
            <a:spLocks noGrp="1"/>
          </p:cNvSpPr>
          <p:nvPr>
            <p:ph type="body" sz="quarter" idx="15"/>
          </p:nvPr>
        </p:nvSpPr>
        <p:spPr>
          <a:xfrm>
            <a:off x="7734300" y="2057400"/>
            <a:ext cx="5867400" cy="56007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4589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 —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4652-3E48-06A5-E219-08F46418CF64}"/>
              </a:ext>
            </a:extLst>
          </p:cNvPr>
          <p:cNvSpPr>
            <a:spLocks noGrp="1"/>
          </p:cNvSpPr>
          <p:nvPr>
            <p:ph type="title" hasCustomPrompt="1"/>
          </p:nvPr>
        </p:nvSpPr>
        <p:spPr>
          <a:xfrm>
            <a:off x="1181100" y="866775"/>
            <a:ext cx="12877800" cy="885825"/>
          </a:xfrm>
        </p:spPr>
        <p:txBody>
          <a:bodyPr anchor="t"/>
          <a:lstStyle>
            <a:lvl1pPr>
              <a:defRPr sz="4700"/>
            </a:lvl1pPr>
          </a:lstStyle>
          <a:p>
            <a:r>
              <a:rPr lang="en-US"/>
              <a:t>Click to add slide title</a:t>
            </a:r>
          </a:p>
        </p:txBody>
      </p:sp>
      <p:sp>
        <p:nvSpPr>
          <p:cNvPr id="3" name="Picture Placeholder 2">
            <a:extLst>
              <a:ext uri="{FF2B5EF4-FFF2-40B4-BE49-F238E27FC236}">
                <a16:creationId xmlns:a16="http://schemas.microsoft.com/office/drawing/2014/main" id="{D09E7602-DFEF-F46E-7D51-C0F66CFD44B7}"/>
              </a:ext>
            </a:extLst>
          </p:cNvPr>
          <p:cNvSpPr>
            <a:spLocks noGrp="1"/>
          </p:cNvSpPr>
          <p:nvPr>
            <p:ph type="pic" idx="1"/>
          </p:nvPr>
        </p:nvSpPr>
        <p:spPr>
          <a:xfrm>
            <a:off x="7689849" y="4705350"/>
            <a:ext cx="7160683" cy="3829049"/>
          </a:xfrm>
          <a:prstGeom prst="roundRect">
            <a:avLst>
              <a:gd name="adj" fmla="val 3969"/>
            </a:avLst>
          </a:prstGeom>
          <a:solidFill>
            <a:srgbClr val="575C5C"/>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828D1836-7D77-501A-C196-F096EFD5ED53}"/>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85893C3-947B-D65E-E52F-6C44EB47A5D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9AEF275-B3A0-7743-D9F5-8C1858F93CFB}"/>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Text Placeholder 16">
            <a:extLst>
              <a:ext uri="{FF2B5EF4-FFF2-40B4-BE49-F238E27FC236}">
                <a16:creationId xmlns:a16="http://schemas.microsoft.com/office/drawing/2014/main" id="{A4CE41FB-034C-1808-9C6F-8A499DA48F6B}"/>
              </a:ext>
            </a:extLst>
          </p:cNvPr>
          <p:cNvSpPr>
            <a:spLocks noGrp="1"/>
          </p:cNvSpPr>
          <p:nvPr>
            <p:ph type="body" sz="quarter" idx="14" hasCustomPrompt="1"/>
          </p:nvPr>
        </p:nvSpPr>
        <p:spPr>
          <a:xfrm>
            <a:off x="1181100" y="571500"/>
            <a:ext cx="6330951" cy="295275"/>
          </a:xfrm>
        </p:spPr>
        <p:txBody>
          <a:bodyPr bIns="0" anchor="t"/>
          <a:lstStyle>
            <a:lvl1pPr>
              <a:buNone/>
              <a:defRPr sz="1400" spc="100" baseline="0">
                <a:solidFill>
                  <a:schemeClr val="tx2"/>
                </a:solidFill>
              </a:defRPr>
            </a:lvl1pPr>
          </a:lstStyle>
          <a:p>
            <a:pPr lvl="0"/>
            <a:r>
              <a:rPr lang="en-US"/>
              <a:t>SAMPLE PREHEADER</a:t>
            </a:r>
          </a:p>
        </p:txBody>
      </p:sp>
      <p:sp>
        <p:nvSpPr>
          <p:cNvPr id="14" name="Text Placeholder 13">
            <a:extLst>
              <a:ext uri="{FF2B5EF4-FFF2-40B4-BE49-F238E27FC236}">
                <a16:creationId xmlns:a16="http://schemas.microsoft.com/office/drawing/2014/main" id="{D125C093-CDED-4F8A-0B6E-E7BA40C1ECF9}"/>
              </a:ext>
            </a:extLst>
          </p:cNvPr>
          <p:cNvSpPr>
            <a:spLocks noGrp="1"/>
          </p:cNvSpPr>
          <p:nvPr>
            <p:ph type="body" sz="quarter" idx="15"/>
          </p:nvPr>
        </p:nvSpPr>
        <p:spPr>
          <a:xfrm>
            <a:off x="1181100" y="2057400"/>
            <a:ext cx="5867400" cy="5600700"/>
          </a:xfrm>
          <a:noFill/>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3">
            <a:extLst>
              <a:ext uri="{FF2B5EF4-FFF2-40B4-BE49-F238E27FC236}">
                <a16:creationId xmlns:a16="http://schemas.microsoft.com/office/drawing/2014/main" id="{6D5058D3-B5F2-3D6D-4254-2658F8D7920F}"/>
              </a:ext>
            </a:extLst>
          </p:cNvPr>
          <p:cNvSpPr>
            <a:spLocks noGrp="1"/>
          </p:cNvSpPr>
          <p:nvPr>
            <p:ph type="body" sz="quarter" idx="16"/>
          </p:nvPr>
        </p:nvSpPr>
        <p:spPr>
          <a:xfrm>
            <a:off x="7683500" y="2057400"/>
            <a:ext cx="3101975" cy="235267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3">
            <a:extLst>
              <a:ext uri="{FF2B5EF4-FFF2-40B4-BE49-F238E27FC236}">
                <a16:creationId xmlns:a16="http://schemas.microsoft.com/office/drawing/2014/main" id="{0B9320A8-41E3-62B3-D31A-750FC2509CBA}"/>
              </a:ext>
            </a:extLst>
          </p:cNvPr>
          <p:cNvSpPr>
            <a:spLocks noGrp="1"/>
          </p:cNvSpPr>
          <p:nvPr>
            <p:ph type="body" sz="quarter" idx="17"/>
          </p:nvPr>
        </p:nvSpPr>
        <p:spPr>
          <a:xfrm>
            <a:off x="10963275" y="2057400"/>
            <a:ext cx="3101848" cy="235267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78502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 — 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4652-3E48-06A5-E219-08F46418CF64}"/>
              </a:ext>
            </a:extLst>
          </p:cNvPr>
          <p:cNvSpPr>
            <a:spLocks noGrp="1"/>
          </p:cNvSpPr>
          <p:nvPr>
            <p:ph type="title" hasCustomPrompt="1"/>
          </p:nvPr>
        </p:nvSpPr>
        <p:spPr>
          <a:xfrm>
            <a:off x="1181100" y="866775"/>
            <a:ext cx="12877800" cy="885825"/>
          </a:xfrm>
        </p:spPr>
        <p:txBody>
          <a:bodyPr anchor="t"/>
          <a:lstStyle>
            <a:lvl1pPr>
              <a:defRPr sz="4700"/>
            </a:lvl1pPr>
          </a:lstStyle>
          <a:p>
            <a:r>
              <a:rPr lang="en-US"/>
              <a:t>Click to add slide title</a:t>
            </a:r>
          </a:p>
        </p:txBody>
      </p:sp>
      <p:sp>
        <p:nvSpPr>
          <p:cNvPr id="3" name="Picture Placeholder 2">
            <a:extLst>
              <a:ext uri="{FF2B5EF4-FFF2-40B4-BE49-F238E27FC236}">
                <a16:creationId xmlns:a16="http://schemas.microsoft.com/office/drawing/2014/main" id="{D09E7602-DFEF-F46E-7D51-C0F66CFD44B7}"/>
              </a:ext>
            </a:extLst>
          </p:cNvPr>
          <p:cNvSpPr>
            <a:spLocks noGrp="1"/>
          </p:cNvSpPr>
          <p:nvPr>
            <p:ph type="pic" idx="1"/>
          </p:nvPr>
        </p:nvSpPr>
        <p:spPr>
          <a:xfrm>
            <a:off x="7689850" y="4705351"/>
            <a:ext cx="5891214" cy="2952750"/>
          </a:xfrm>
          <a:prstGeom prst="roundRect">
            <a:avLst>
              <a:gd name="adj" fmla="val 3969"/>
            </a:avLst>
          </a:prstGeom>
          <a:solidFill>
            <a:srgbClr val="575C5C"/>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828D1836-7D77-501A-C196-F096EFD5ED53}"/>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85893C3-947B-D65E-E52F-6C44EB47A5D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9AEF275-B3A0-7743-D9F5-8C1858F93CFB}"/>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Text Placeholder 16">
            <a:extLst>
              <a:ext uri="{FF2B5EF4-FFF2-40B4-BE49-F238E27FC236}">
                <a16:creationId xmlns:a16="http://schemas.microsoft.com/office/drawing/2014/main" id="{A4CE41FB-034C-1808-9C6F-8A499DA48F6B}"/>
              </a:ext>
            </a:extLst>
          </p:cNvPr>
          <p:cNvSpPr>
            <a:spLocks noGrp="1"/>
          </p:cNvSpPr>
          <p:nvPr>
            <p:ph type="body" sz="quarter" idx="14" hasCustomPrompt="1"/>
          </p:nvPr>
        </p:nvSpPr>
        <p:spPr>
          <a:xfrm>
            <a:off x="1181100" y="571500"/>
            <a:ext cx="6330951" cy="295275"/>
          </a:xfrm>
        </p:spPr>
        <p:txBody>
          <a:bodyPr bIns="0" anchor="t"/>
          <a:lstStyle>
            <a:lvl1pPr>
              <a:buNone/>
              <a:defRPr sz="1400" spc="100" baseline="0">
                <a:solidFill>
                  <a:schemeClr val="tx2"/>
                </a:solidFill>
              </a:defRPr>
            </a:lvl1pPr>
          </a:lstStyle>
          <a:p>
            <a:pPr lvl="0"/>
            <a:r>
              <a:rPr lang="en-US"/>
              <a:t>SAMPLE PREHEADER</a:t>
            </a:r>
          </a:p>
        </p:txBody>
      </p:sp>
      <p:sp>
        <p:nvSpPr>
          <p:cNvPr id="14" name="Text Placeholder 13">
            <a:extLst>
              <a:ext uri="{FF2B5EF4-FFF2-40B4-BE49-F238E27FC236}">
                <a16:creationId xmlns:a16="http://schemas.microsoft.com/office/drawing/2014/main" id="{D125C093-CDED-4F8A-0B6E-E7BA40C1ECF9}"/>
              </a:ext>
            </a:extLst>
          </p:cNvPr>
          <p:cNvSpPr>
            <a:spLocks noGrp="1"/>
          </p:cNvSpPr>
          <p:nvPr>
            <p:ph type="body" sz="quarter" idx="15"/>
          </p:nvPr>
        </p:nvSpPr>
        <p:spPr>
          <a:xfrm>
            <a:off x="1181100" y="2057400"/>
            <a:ext cx="5867400" cy="56007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3">
            <a:extLst>
              <a:ext uri="{FF2B5EF4-FFF2-40B4-BE49-F238E27FC236}">
                <a16:creationId xmlns:a16="http://schemas.microsoft.com/office/drawing/2014/main" id="{6D5058D3-B5F2-3D6D-4254-2658F8D7920F}"/>
              </a:ext>
            </a:extLst>
          </p:cNvPr>
          <p:cNvSpPr>
            <a:spLocks noGrp="1"/>
          </p:cNvSpPr>
          <p:nvPr>
            <p:ph type="body" sz="quarter" idx="16"/>
          </p:nvPr>
        </p:nvSpPr>
        <p:spPr>
          <a:xfrm>
            <a:off x="7683500" y="2057400"/>
            <a:ext cx="3101975" cy="235267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3">
            <a:extLst>
              <a:ext uri="{FF2B5EF4-FFF2-40B4-BE49-F238E27FC236}">
                <a16:creationId xmlns:a16="http://schemas.microsoft.com/office/drawing/2014/main" id="{74A24946-4538-D8FA-3B3A-6641EB3D65DB}"/>
              </a:ext>
            </a:extLst>
          </p:cNvPr>
          <p:cNvSpPr>
            <a:spLocks noGrp="1"/>
          </p:cNvSpPr>
          <p:nvPr>
            <p:ph type="body" sz="quarter" idx="17"/>
          </p:nvPr>
        </p:nvSpPr>
        <p:spPr>
          <a:xfrm>
            <a:off x="10963148" y="2057400"/>
            <a:ext cx="3101975" cy="235267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81587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 — F">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4652-3E48-06A5-E219-08F46418CF64}"/>
              </a:ext>
            </a:extLst>
          </p:cNvPr>
          <p:cNvSpPr>
            <a:spLocks noGrp="1"/>
          </p:cNvSpPr>
          <p:nvPr>
            <p:ph type="title" hasCustomPrompt="1"/>
          </p:nvPr>
        </p:nvSpPr>
        <p:spPr>
          <a:xfrm>
            <a:off x="1181100" y="866775"/>
            <a:ext cx="5867400" cy="1181100"/>
          </a:xfrm>
        </p:spPr>
        <p:txBody>
          <a:bodyPr anchor="t"/>
          <a:lstStyle>
            <a:lvl1pPr>
              <a:defRPr sz="4700"/>
            </a:lvl1pPr>
          </a:lstStyle>
          <a:p>
            <a:r>
              <a:rPr lang="en-US"/>
              <a:t>Click to add slide title</a:t>
            </a:r>
          </a:p>
        </p:txBody>
      </p:sp>
      <p:sp>
        <p:nvSpPr>
          <p:cNvPr id="5" name="Date Placeholder 4">
            <a:extLst>
              <a:ext uri="{FF2B5EF4-FFF2-40B4-BE49-F238E27FC236}">
                <a16:creationId xmlns:a16="http://schemas.microsoft.com/office/drawing/2014/main" id="{828D1836-7D77-501A-C196-F096EFD5ED53}"/>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85893C3-947B-D65E-E52F-6C44EB47A5D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9AEF275-B3A0-7743-D9F5-8C1858F93CFB}"/>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Text Placeholder 16">
            <a:extLst>
              <a:ext uri="{FF2B5EF4-FFF2-40B4-BE49-F238E27FC236}">
                <a16:creationId xmlns:a16="http://schemas.microsoft.com/office/drawing/2014/main" id="{A4CE41FB-034C-1808-9C6F-8A499DA48F6B}"/>
              </a:ext>
            </a:extLst>
          </p:cNvPr>
          <p:cNvSpPr>
            <a:spLocks noGrp="1"/>
          </p:cNvSpPr>
          <p:nvPr>
            <p:ph type="body" sz="quarter" idx="14" hasCustomPrompt="1"/>
          </p:nvPr>
        </p:nvSpPr>
        <p:spPr>
          <a:xfrm>
            <a:off x="1181101" y="571500"/>
            <a:ext cx="5862638" cy="295275"/>
          </a:xfrm>
        </p:spPr>
        <p:txBody>
          <a:bodyPr bIns="0" anchor="t"/>
          <a:lstStyle>
            <a:lvl1pPr>
              <a:buNone/>
              <a:defRPr sz="1400" spc="100" baseline="0">
                <a:solidFill>
                  <a:schemeClr val="tx2"/>
                </a:solidFill>
              </a:defRPr>
            </a:lvl1pPr>
          </a:lstStyle>
          <a:p>
            <a:pPr lvl="0"/>
            <a:r>
              <a:rPr lang="en-US"/>
              <a:t>SAMPLE PREHEADER</a:t>
            </a:r>
          </a:p>
        </p:txBody>
      </p:sp>
      <p:sp>
        <p:nvSpPr>
          <p:cNvPr id="14" name="Text Placeholder 13">
            <a:extLst>
              <a:ext uri="{FF2B5EF4-FFF2-40B4-BE49-F238E27FC236}">
                <a16:creationId xmlns:a16="http://schemas.microsoft.com/office/drawing/2014/main" id="{D125C093-CDED-4F8A-0B6E-E7BA40C1ECF9}"/>
              </a:ext>
            </a:extLst>
          </p:cNvPr>
          <p:cNvSpPr>
            <a:spLocks noGrp="1"/>
          </p:cNvSpPr>
          <p:nvPr>
            <p:ph type="body" sz="quarter" idx="15"/>
          </p:nvPr>
        </p:nvSpPr>
        <p:spPr>
          <a:xfrm>
            <a:off x="1143000" y="2343150"/>
            <a:ext cx="5905500" cy="53149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3">
            <a:extLst>
              <a:ext uri="{FF2B5EF4-FFF2-40B4-BE49-F238E27FC236}">
                <a16:creationId xmlns:a16="http://schemas.microsoft.com/office/drawing/2014/main" id="{6D5058D3-B5F2-3D6D-4254-2658F8D7920F}"/>
              </a:ext>
            </a:extLst>
          </p:cNvPr>
          <p:cNvSpPr>
            <a:spLocks noGrp="1"/>
          </p:cNvSpPr>
          <p:nvPr>
            <p:ph type="body" sz="quarter" idx="16"/>
          </p:nvPr>
        </p:nvSpPr>
        <p:spPr>
          <a:xfrm>
            <a:off x="7683500" y="4150783"/>
            <a:ext cx="3101975" cy="3507317"/>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2">
            <a:extLst>
              <a:ext uri="{FF2B5EF4-FFF2-40B4-BE49-F238E27FC236}">
                <a16:creationId xmlns:a16="http://schemas.microsoft.com/office/drawing/2014/main" id="{EDE70CF6-FD4A-FE23-0B40-F695C7508BE5}"/>
              </a:ext>
            </a:extLst>
          </p:cNvPr>
          <p:cNvSpPr>
            <a:spLocks noGrp="1"/>
          </p:cNvSpPr>
          <p:nvPr>
            <p:ph type="pic" idx="1"/>
          </p:nvPr>
        </p:nvSpPr>
        <p:spPr>
          <a:xfrm>
            <a:off x="7689849" y="-357717"/>
            <a:ext cx="7160683" cy="3829049"/>
          </a:xfrm>
          <a:prstGeom prst="roundRect">
            <a:avLst>
              <a:gd name="adj" fmla="val 3969"/>
            </a:avLst>
          </a:prstGeom>
          <a:solidFill>
            <a:srgbClr val="575C5C"/>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Text Placeholder 13">
            <a:extLst>
              <a:ext uri="{FF2B5EF4-FFF2-40B4-BE49-F238E27FC236}">
                <a16:creationId xmlns:a16="http://schemas.microsoft.com/office/drawing/2014/main" id="{64F2C227-AD92-87BC-2E8D-1AA70EEDE919}"/>
              </a:ext>
            </a:extLst>
          </p:cNvPr>
          <p:cNvSpPr>
            <a:spLocks noGrp="1"/>
          </p:cNvSpPr>
          <p:nvPr>
            <p:ph type="body" sz="quarter" idx="17"/>
          </p:nvPr>
        </p:nvSpPr>
        <p:spPr>
          <a:xfrm>
            <a:off x="10963148" y="4150783"/>
            <a:ext cx="3101975" cy="3507317"/>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8344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 — 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4652-3E48-06A5-E219-08F46418CF64}"/>
              </a:ext>
            </a:extLst>
          </p:cNvPr>
          <p:cNvSpPr>
            <a:spLocks noGrp="1"/>
          </p:cNvSpPr>
          <p:nvPr>
            <p:ph type="title" hasCustomPrompt="1"/>
          </p:nvPr>
        </p:nvSpPr>
        <p:spPr>
          <a:xfrm>
            <a:off x="1181100" y="866775"/>
            <a:ext cx="5867400" cy="885825"/>
          </a:xfrm>
        </p:spPr>
        <p:txBody>
          <a:bodyPr anchor="t"/>
          <a:lstStyle>
            <a:lvl1pPr>
              <a:defRPr sz="4700"/>
            </a:lvl1pPr>
          </a:lstStyle>
          <a:p>
            <a:r>
              <a:rPr lang="en-US"/>
              <a:t>Click to add slide title</a:t>
            </a:r>
          </a:p>
        </p:txBody>
      </p:sp>
      <p:sp>
        <p:nvSpPr>
          <p:cNvPr id="5" name="Date Placeholder 4">
            <a:extLst>
              <a:ext uri="{FF2B5EF4-FFF2-40B4-BE49-F238E27FC236}">
                <a16:creationId xmlns:a16="http://schemas.microsoft.com/office/drawing/2014/main" id="{828D1836-7D77-501A-C196-F096EFD5ED53}"/>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85893C3-947B-D65E-E52F-6C44EB47A5D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9AEF275-B3A0-7743-D9F5-8C1858F93CFB}"/>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Text Placeholder 16">
            <a:extLst>
              <a:ext uri="{FF2B5EF4-FFF2-40B4-BE49-F238E27FC236}">
                <a16:creationId xmlns:a16="http://schemas.microsoft.com/office/drawing/2014/main" id="{A4CE41FB-034C-1808-9C6F-8A499DA48F6B}"/>
              </a:ext>
            </a:extLst>
          </p:cNvPr>
          <p:cNvSpPr>
            <a:spLocks noGrp="1"/>
          </p:cNvSpPr>
          <p:nvPr>
            <p:ph type="body" sz="quarter" idx="14" hasCustomPrompt="1"/>
          </p:nvPr>
        </p:nvSpPr>
        <p:spPr>
          <a:xfrm>
            <a:off x="1181101" y="571500"/>
            <a:ext cx="5862638" cy="295275"/>
          </a:xfrm>
        </p:spPr>
        <p:txBody>
          <a:bodyPr bIns="0" anchor="t"/>
          <a:lstStyle>
            <a:lvl1pPr>
              <a:buNone/>
              <a:defRPr sz="1400" spc="100" baseline="0">
                <a:solidFill>
                  <a:schemeClr val="tx2"/>
                </a:solidFill>
              </a:defRPr>
            </a:lvl1pPr>
          </a:lstStyle>
          <a:p>
            <a:pPr lvl="0"/>
            <a:r>
              <a:rPr lang="en-US"/>
              <a:t>SAMPLE PREHEADER</a:t>
            </a:r>
          </a:p>
        </p:txBody>
      </p:sp>
      <p:sp>
        <p:nvSpPr>
          <p:cNvPr id="14" name="Text Placeholder 13">
            <a:extLst>
              <a:ext uri="{FF2B5EF4-FFF2-40B4-BE49-F238E27FC236}">
                <a16:creationId xmlns:a16="http://schemas.microsoft.com/office/drawing/2014/main" id="{D125C093-CDED-4F8A-0B6E-E7BA40C1ECF9}"/>
              </a:ext>
            </a:extLst>
          </p:cNvPr>
          <p:cNvSpPr>
            <a:spLocks noGrp="1"/>
          </p:cNvSpPr>
          <p:nvPr>
            <p:ph type="body" sz="quarter" idx="15"/>
          </p:nvPr>
        </p:nvSpPr>
        <p:spPr>
          <a:xfrm>
            <a:off x="1181100" y="2057400"/>
            <a:ext cx="5867400" cy="56007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3">
            <a:extLst>
              <a:ext uri="{FF2B5EF4-FFF2-40B4-BE49-F238E27FC236}">
                <a16:creationId xmlns:a16="http://schemas.microsoft.com/office/drawing/2014/main" id="{6D5058D3-B5F2-3D6D-4254-2658F8D7920F}"/>
              </a:ext>
            </a:extLst>
          </p:cNvPr>
          <p:cNvSpPr>
            <a:spLocks noGrp="1"/>
          </p:cNvSpPr>
          <p:nvPr>
            <p:ph type="body" sz="quarter" idx="16"/>
          </p:nvPr>
        </p:nvSpPr>
        <p:spPr>
          <a:xfrm>
            <a:off x="7683500" y="4150783"/>
            <a:ext cx="3101975" cy="3507317"/>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2">
            <a:extLst>
              <a:ext uri="{FF2B5EF4-FFF2-40B4-BE49-F238E27FC236}">
                <a16:creationId xmlns:a16="http://schemas.microsoft.com/office/drawing/2014/main" id="{EDE70CF6-FD4A-FE23-0B40-F695C7508BE5}"/>
              </a:ext>
            </a:extLst>
          </p:cNvPr>
          <p:cNvSpPr>
            <a:spLocks noGrp="1"/>
          </p:cNvSpPr>
          <p:nvPr>
            <p:ph type="pic" idx="1"/>
          </p:nvPr>
        </p:nvSpPr>
        <p:spPr>
          <a:xfrm>
            <a:off x="7689850" y="866775"/>
            <a:ext cx="5891214" cy="2657475"/>
          </a:xfrm>
          <a:prstGeom prst="roundRect">
            <a:avLst>
              <a:gd name="adj" fmla="val 3969"/>
            </a:avLst>
          </a:prstGeom>
          <a:solidFill>
            <a:srgbClr val="575C5C"/>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0" name="Text Placeholder 13">
            <a:extLst>
              <a:ext uri="{FF2B5EF4-FFF2-40B4-BE49-F238E27FC236}">
                <a16:creationId xmlns:a16="http://schemas.microsoft.com/office/drawing/2014/main" id="{A97B2B63-DFE7-CBE7-0FFD-FE1788A7AEEB}"/>
              </a:ext>
            </a:extLst>
          </p:cNvPr>
          <p:cNvSpPr>
            <a:spLocks noGrp="1"/>
          </p:cNvSpPr>
          <p:nvPr>
            <p:ph type="body" sz="quarter" idx="17"/>
          </p:nvPr>
        </p:nvSpPr>
        <p:spPr>
          <a:xfrm>
            <a:off x="10963275" y="4150783"/>
            <a:ext cx="3095626" cy="3507317"/>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1370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l — 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778CD-0200-00E5-2190-0EEAD2CB2EF3}"/>
              </a:ext>
            </a:extLst>
          </p:cNvPr>
          <p:cNvSpPr>
            <a:spLocks noGrp="1"/>
          </p:cNvSpPr>
          <p:nvPr>
            <p:ph type="title" hasCustomPrompt="1"/>
          </p:nvPr>
        </p:nvSpPr>
        <p:spPr>
          <a:xfrm>
            <a:off x="1181100" y="866775"/>
            <a:ext cx="12877800" cy="885825"/>
          </a:xfrm>
        </p:spPr>
        <p:txBody>
          <a:bodyPr anchor="t"/>
          <a:lstStyle/>
          <a:p>
            <a:r>
              <a:rPr lang="en-US"/>
              <a:t>Click to add slide title</a:t>
            </a:r>
          </a:p>
        </p:txBody>
      </p:sp>
      <p:sp>
        <p:nvSpPr>
          <p:cNvPr id="3" name="Text Placeholder 2">
            <a:extLst>
              <a:ext uri="{FF2B5EF4-FFF2-40B4-BE49-F238E27FC236}">
                <a16:creationId xmlns:a16="http://schemas.microsoft.com/office/drawing/2014/main" id="{C967D48E-1167-27C3-2BA3-3B1883FAD77F}"/>
              </a:ext>
            </a:extLst>
          </p:cNvPr>
          <p:cNvSpPr>
            <a:spLocks noGrp="1"/>
          </p:cNvSpPr>
          <p:nvPr>
            <p:ph type="body" idx="1" hasCustomPrompt="1"/>
          </p:nvPr>
        </p:nvSpPr>
        <p:spPr>
          <a:xfrm>
            <a:off x="1181100" y="2057400"/>
            <a:ext cx="5867400" cy="876300"/>
          </a:xfrm>
        </p:spPr>
        <p:txBody>
          <a:bodyPr anchor="t">
            <a:noAutofit/>
          </a:bodyPr>
          <a:lstStyle>
            <a:lvl1pPr marL="0" indent="0">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intro text</a:t>
            </a:r>
          </a:p>
        </p:txBody>
      </p:sp>
      <p:sp>
        <p:nvSpPr>
          <p:cNvPr id="4" name="Content Placeholder 3">
            <a:extLst>
              <a:ext uri="{FF2B5EF4-FFF2-40B4-BE49-F238E27FC236}">
                <a16:creationId xmlns:a16="http://schemas.microsoft.com/office/drawing/2014/main" id="{BEA7718F-95E7-BB19-F308-5737D2F83211}"/>
              </a:ext>
            </a:extLst>
          </p:cNvPr>
          <p:cNvSpPr>
            <a:spLocks noGrp="1"/>
          </p:cNvSpPr>
          <p:nvPr>
            <p:ph sz="half" idx="2"/>
          </p:nvPr>
        </p:nvSpPr>
        <p:spPr>
          <a:xfrm>
            <a:off x="1181100" y="3228974"/>
            <a:ext cx="5867400" cy="4429125"/>
          </a:xfrm>
          <a:noFill/>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5323CB-F7C7-8AB5-524C-555194604092}"/>
              </a:ext>
            </a:extLst>
          </p:cNvPr>
          <p:cNvSpPr>
            <a:spLocks noGrp="1"/>
          </p:cNvSpPr>
          <p:nvPr>
            <p:ph type="body" sz="quarter" idx="3" hasCustomPrompt="1"/>
          </p:nvPr>
        </p:nvSpPr>
        <p:spPr>
          <a:xfrm>
            <a:off x="7715250" y="2057400"/>
            <a:ext cx="5886450" cy="876300"/>
          </a:xfrm>
        </p:spPr>
        <p:txBody>
          <a:bodyPr anchor="t">
            <a:noAutofit/>
          </a:bodyPr>
          <a:lstStyle>
            <a:lvl1pPr marL="0" indent="0">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into text</a:t>
            </a:r>
          </a:p>
        </p:txBody>
      </p:sp>
      <p:sp>
        <p:nvSpPr>
          <p:cNvPr id="6" name="Content Placeholder 5">
            <a:extLst>
              <a:ext uri="{FF2B5EF4-FFF2-40B4-BE49-F238E27FC236}">
                <a16:creationId xmlns:a16="http://schemas.microsoft.com/office/drawing/2014/main" id="{281A1453-AB93-D7A5-5553-0E8AAB109B9F}"/>
              </a:ext>
            </a:extLst>
          </p:cNvPr>
          <p:cNvSpPr>
            <a:spLocks noGrp="1"/>
          </p:cNvSpPr>
          <p:nvPr>
            <p:ph sz="quarter" idx="4"/>
          </p:nvPr>
        </p:nvSpPr>
        <p:spPr>
          <a:xfrm>
            <a:off x="7715250" y="3228973"/>
            <a:ext cx="5911850" cy="442912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F92A9B-E450-AA28-3D38-7A646FDE0346}"/>
              </a:ext>
            </a:extLst>
          </p:cNvPr>
          <p:cNvSpPr>
            <a:spLocks noGrp="1"/>
          </p:cNvSpPr>
          <p:nvPr>
            <p:ph type="dt" sz="half" idx="10"/>
          </p:nvPr>
        </p:nvSpPr>
        <p:spPr/>
        <p:txBody>
          <a:bodyPr/>
          <a:lstStyle/>
          <a:p>
            <a:r>
              <a:rPr lang="en-US"/>
              <a:t>2026</a:t>
            </a:r>
          </a:p>
        </p:txBody>
      </p:sp>
      <p:sp>
        <p:nvSpPr>
          <p:cNvPr id="8" name="Footer Placeholder 7">
            <a:extLst>
              <a:ext uri="{FF2B5EF4-FFF2-40B4-BE49-F238E27FC236}">
                <a16:creationId xmlns:a16="http://schemas.microsoft.com/office/drawing/2014/main" id="{725F0645-44C8-1B54-0A39-4EDEEBEA055D}"/>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F096495F-F507-92A3-5C40-263D50CB5AB1}"/>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10" name="Text Placeholder 16">
            <a:extLst>
              <a:ext uri="{FF2B5EF4-FFF2-40B4-BE49-F238E27FC236}">
                <a16:creationId xmlns:a16="http://schemas.microsoft.com/office/drawing/2014/main" id="{8384D841-D014-0D93-DC99-8C9D96A80EC6}"/>
              </a:ext>
            </a:extLst>
          </p:cNvPr>
          <p:cNvSpPr>
            <a:spLocks noGrp="1"/>
          </p:cNvSpPr>
          <p:nvPr>
            <p:ph type="body" sz="quarter" idx="14" hasCustomPrompt="1"/>
          </p:nvPr>
        </p:nvSpPr>
        <p:spPr>
          <a:xfrm>
            <a:off x="1181100" y="571500"/>
            <a:ext cx="6330951" cy="295275"/>
          </a:xfrm>
        </p:spPr>
        <p:txBody>
          <a:bodyPr bIns="0" anchor="t"/>
          <a:lstStyle>
            <a:lvl1pPr>
              <a:buNone/>
              <a:defRPr sz="1400" spc="100" baseline="0">
                <a:solidFill>
                  <a:schemeClr val="tx2"/>
                </a:solidFill>
              </a:defRPr>
            </a:lvl1pPr>
          </a:lstStyle>
          <a:p>
            <a:pPr lvl="0"/>
            <a:r>
              <a:rPr lang="en-US"/>
              <a:t>SAMPLE PREHEADER</a:t>
            </a:r>
          </a:p>
        </p:txBody>
      </p:sp>
    </p:spTree>
    <p:extLst>
      <p:ext uri="{BB962C8B-B14F-4D97-AF65-F5344CB8AC3E}">
        <p14:creationId xmlns:p14="http://schemas.microsoft.com/office/powerpoint/2010/main" val="211040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 — I">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CB547-26F7-99BF-559A-38AE22E1C6ED}"/>
              </a:ext>
            </a:extLst>
          </p:cNvPr>
          <p:cNvSpPr>
            <a:spLocks noGrp="1"/>
          </p:cNvSpPr>
          <p:nvPr>
            <p:ph type="title" hasCustomPrompt="1"/>
          </p:nvPr>
        </p:nvSpPr>
        <p:spPr>
          <a:xfrm>
            <a:off x="1181101" y="866775"/>
            <a:ext cx="5867399" cy="1476375"/>
          </a:xfrm>
        </p:spPr>
        <p:txBody>
          <a:bodyPr anchor="t"/>
          <a:lstStyle>
            <a:lvl1pPr>
              <a:defRPr sz="4700"/>
            </a:lvl1pPr>
          </a:lstStyle>
          <a:p>
            <a:r>
              <a:rPr lang="en-US"/>
              <a:t>Click to add the slide title here</a:t>
            </a:r>
          </a:p>
        </p:txBody>
      </p:sp>
      <p:sp>
        <p:nvSpPr>
          <p:cNvPr id="5" name="Date Placeholder 4">
            <a:extLst>
              <a:ext uri="{FF2B5EF4-FFF2-40B4-BE49-F238E27FC236}">
                <a16:creationId xmlns:a16="http://schemas.microsoft.com/office/drawing/2014/main" id="{CB681737-C3AC-8E64-1CAD-4DF72E1580FB}"/>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B068A913-7E8B-6100-9ABD-FCD49A7F9E75}"/>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E36E7B8C-FD0F-661A-7EB9-95114928DB80}"/>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Text Placeholder 16">
            <a:extLst>
              <a:ext uri="{FF2B5EF4-FFF2-40B4-BE49-F238E27FC236}">
                <a16:creationId xmlns:a16="http://schemas.microsoft.com/office/drawing/2014/main" id="{3A3B7CB3-31B5-D849-6908-3EC3C7707EB5}"/>
              </a:ext>
            </a:extLst>
          </p:cNvPr>
          <p:cNvSpPr>
            <a:spLocks noGrp="1"/>
          </p:cNvSpPr>
          <p:nvPr>
            <p:ph type="body" sz="quarter" idx="14" hasCustomPrompt="1"/>
          </p:nvPr>
        </p:nvSpPr>
        <p:spPr>
          <a:xfrm>
            <a:off x="1181101" y="571500"/>
            <a:ext cx="5867399" cy="295275"/>
          </a:xfrm>
        </p:spPr>
        <p:txBody>
          <a:bodyPr bIns="0" anchor="t"/>
          <a:lstStyle>
            <a:lvl1pPr>
              <a:buNone/>
              <a:defRPr sz="1400" spc="100" baseline="0">
                <a:solidFill>
                  <a:schemeClr val="tx2"/>
                </a:solidFill>
              </a:defRPr>
            </a:lvl1pPr>
          </a:lstStyle>
          <a:p>
            <a:pPr lvl="0"/>
            <a:r>
              <a:rPr lang="en-US"/>
              <a:t>SAMPLE PREHEADER</a:t>
            </a:r>
          </a:p>
        </p:txBody>
      </p:sp>
      <p:sp>
        <p:nvSpPr>
          <p:cNvPr id="9" name="Content Placeholder 2">
            <a:extLst>
              <a:ext uri="{FF2B5EF4-FFF2-40B4-BE49-F238E27FC236}">
                <a16:creationId xmlns:a16="http://schemas.microsoft.com/office/drawing/2014/main" id="{0A0C08A4-F45F-A1EE-20EB-9740EC5506D8}"/>
              </a:ext>
            </a:extLst>
          </p:cNvPr>
          <p:cNvSpPr>
            <a:spLocks noGrp="1"/>
          </p:cNvSpPr>
          <p:nvPr>
            <p:ph idx="15"/>
          </p:nvPr>
        </p:nvSpPr>
        <p:spPr>
          <a:xfrm>
            <a:off x="7689851" y="866775"/>
            <a:ext cx="5911849" cy="6791325"/>
          </a:xfrm>
        </p:spPr>
        <p:txBody>
          <a:bodyPr>
            <a:no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D9E30363-96B0-3174-CD9E-18E48F5B86D7}"/>
              </a:ext>
            </a:extLst>
          </p:cNvPr>
          <p:cNvSpPr>
            <a:spLocks noGrp="1"/>
          </p:cNvSpPr>
          <p:nvPr>
            <p:ph idx="1"/>
          </p:nvPr>
        </p:nvSpPr>
        <p:spPr>
          <a:xfrm>
            <a:off x="1181101" y="2638425"/>
            <a:ext cx="5867399" cy="5019675"/>
          </a:xfrm>
        </p:spPr>
        <p:txBody>
          <a:bodyPr>
            <a:no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18504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 — J">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4652-3E48-06A5-E219-08F46418CF64}"/>
              </a:ext>
            </a:extLst>
          </p:cNvPr>
          <p:cNvSpPr>
            <a:spLocks noGrp="1"/>
          </p:cNvSpPr>
          <p:nvPr>
            <p:ph type="title" hasCustomPrompt="1"/>
          </p:nvPr>
        </p:nvSpPr>
        <p:spPr>
          <a:xfrm>
            <a:off x="1181100" y="866775"/>
            <a:ext cx="5867400" cy="1476375"/>
          </a:xfrm>
        </p:spPr>
        <p:txBody>
          <a:bodyPr anchor="t"/>
          <a:lstStyle>
            <a:lvl1pPr>
              <a:defRPr sz="4700"/>
            </a:lvl1pPr>
          </a:lstStyle>
          <a:p>
            <a:r>
              <a:rPr lang="en-US"/>
              <a:t>Click to add the slide title here</a:t>
            </a:r>
          </a:p>
        </p:txBody>
      </p:sp>
      <p:sp>
        <p:nvSpPr>
          <p:cNvPr id="3" name="Picture Placeholder 2">
            <a:extLst>
              <a:ext uri="{FF2B5EF4-FFF2-40B4-BE49-F238E27FC236}">
                <a16:creationId xmlns:a16="http://schemas.microsoft.com/office/drawing/2014/main" id="{D09E7602-DFEF-F46E-7D51-C0F66CFD44B7}"/>
              </a:ext>
            </a:extLst>
          </p:cNvPr>
          <p:cNvSpPr>
            <a:spLocks noGrp="1"/>
          </p:cNvSpPr>
          <p:nvPr>
            <p:ph type="pic" idx="1"/>
          </p:nvPr>
        </p:nvSpPr>
        <p:spPr>
          <a:xfrm>
            <a:off x="7689850" y="866775"/>
            <a:ext cx="6369050" cy="6791325"/>
          </a:xfrm>
          <a:prstGeom prst="roundRect">
            <a:avLst>
              <a:gd name="adj" fmla="val 3969"/>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828D1836-7D77-501A-C196-F096EFD5ED53}"/>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85893C3-947B-D65E-E52F-6C44EB47A5D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9AEF275-B3A0-7743-D9F5-8C1858F93CFB}"/>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Text Placeholder 16">
            <a:extLst>
              <a:ext uri="{FF2B5EF4-FFF2-40B4-BE49-F238E27FC236}">
                <a16:creationId xmlns:a16="http://schemas.microsoft.com/office/drawing/2014/main" id="{A4CE41FB-034C-1808-9C6F-8A499DA48F6B}"/>
              </a:ext>
            </a:extLst>
          </p:cNvPr>
          <p:cNvSpPr>
            <a:spLocks noGrp="1"/>
          </p:cNvSpPr>
          <p:nvPr>
            <p:ph type="body" sz="quarter" idx="14" hasCustomPrompt="1"/>
          </p:nvPr>
        </p:nvSpPr>
        <p:spPr>
          <a:xfrm>
            <a:off x="1181101" y="571500"/>
            <a:ext cx="5867400" cy="295275"/>
          </a:xfrm>
        </p:spPr>
        <p:txBody>
          <a:bodyPr bIns="0" anchor="t"/>
          <a:lstStyle>
            <a:lvl1pPr>
              <a:buNone/>
              <a:defRPr sz="1400" spc="100" baseline="0">
                <a:solidFill>
                  <a:schemeClr val="tx2"/>
                </a:solidFill>
              </a:defRPr>
            </a:lvl1pPr>
          </a:lstStyle>
          <a:p>
            <a:pPr lvl="0"/>
            <a:r>
              <a:rPr lang="en-US"/>
              <a:t>SAMPLE PREHEADER</a:t>
            </a:r>
          </a:p>
        </p:txBody>
      </p:sp>
      <p:sp>
        <p:nvSpPr>
          <p:cNvPr id="11" name="Content Placeholder 2">
            <a:extLst>
              <a:ext uri="{FF2B5EF4-FFF2-40B4-BE49-F238E27FC236}">
                <a16:creationId xmlns:a16="http://schemas.microsoft.com/office/drawing/2014/main" id="{5273BA18-8F4D-C462-40BF-40F459C45E95}"/>
              </a:ext>
            </a:extLst>
          </p:cNvPr>
          <p:cNvSpPr>
            <a:spLocks noGrp="1"/>
          </p:cNvSpPr>
          <p:nvPr>
            <p:ph idx="15"/>
          </p:nvPr>
        </p:nvSpPr>
        <p:spPr>
          <a:xfrm>
            <a:off x="1181101" y="2638425"/>
            <a:ext cx="5867399" cy="5019675"/>
          </a:xfrm>
        </p:spPr>
        <p:txBody>
          <a:bodyPr>
            <a:no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53325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 —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72111-6029-FC77-A63E-56717A3BF9DA}"/>
              </a:ext>
            </a:extLst>
          </p:cNvPr>
          <p:cNvSpPr>
            <a:spLocks noGrp="1"/>
          </p:cNvSpPr>
          <p:nvPr>
            <p:ph type="title" hasCustomPrompt="1"/>
          </p:nvPr>
        </p:nvSpPr>
        <p:spPr>
          <a:xfrm>
            <a:off x="1143000" y="885053"/>
            <a:ext cx="12915899" cy="867547"/>
          </a:xfrm>
        </p:spPr>
        <p:txBody>
          <a:bodyPr anchor="t"/>
          <a:lstStyle/>
          <a:p>
            <a:r>
              <a:rPr lang="en-US"/>
              <a:t>Click to add slide title</a:t>
            </a:r>
          </a:p>
        </p:txBody>
      </p:sp>
      <p:sp>
        <p:nvSpPr>
          <p:cNvPr id="5" name="Date Placeholder 4">
            <a:extLst>
              <a:ext uri="{FF2B5EF4-FFF2-40B4-BE49-F238E27FC236}">
                <a16:creationId xmlns:a16="http://schemas.microsoft.com/office/drawing/2014/main" id="{381A4466-045F-A5F1-5610-B95C354988CE}"/>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C7FF85F-4F6D-64A3-8608-383826A63C21}"/>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7A32E60A-1D4D-2CC8-E989-0B5C18623DED}"/>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9" name="Text Placeholder 16">
            <a:extLst>
              <a:ext uri="{FF2B5EF4-FFF2-40B4-BE49-F238E27FC236}">
                <a16:creationId xmlns:a16="http://schemas.microsoft.com/office/drawing/2014/main" id="{851215C9-9F41-D59F-B8E0-03F30CBBEC6F}"/>
              </a:ext>
            </a:extLst>
          </p:cNvPr>
          <p:cNvSpPr>
            <a:spLocks noGrp="1"/>
          </p:cNvSpPr>
          <p:nvPr>
            <p:ph type="body" sz="quarter" idx="14" hasCustomPrompt="1"/>
          </p:nvPr>
        </p:nvSpPr>
        <p:spPr>
          <a:xfrm>
            <a:off x="1135595" y="571500"/>
            <a:ext cx="6292850" cy="295274"/>
          </a:xfrm>
        </p:spPr>
        <p:txBody>
          <a:bodyPr bIns="0" anchor="t"/>
          <a:lstStyle>
            <a:lvl1pPr>
              <a:buNone/>
              <a:defRPr sz="1400" spc="100" baseline="0">
                <a:solidFill>
                  <a:schemeClr val="tx2"/>
                </a:solidFill>
              </a:defRPr>
            </a:lvl1pPr>
          </a:lstStyle>
          <a:p>
            <a:pPr lvl="0"/>
            <a:r>
              <a:rPr lang="en-US"/>
              <a:t>SAMPLE PREHEADER</a:t>
            </a:r>
          </a:p>
        </p:txBody>
      </p:sp>
      <p:sp>
        <p:nvSpPr>
          <p:cNvPr id="8" name="Content Placeholder 10">
            <a:extLst>
              <a:ext uri="{FF2B5EF4-FFF2-40B4-BE49-F238E27FC236}">
                <a16:creationId xmlns:a16="http://schemas.microsoft.com/office/drawing/2014/main" id="{C2213B4D-D5FC-F846-272C-8DFC8E055A50}"/>
              </a:ext>
            </a:extLst>
          </p:cNvPr>
          <p:cNvSpPr>
            <a:spLocks noGrp="1"/>
          </p:cNvSpPr>
          <p:nvPr>
            <p:ph sz="quarter" idx="17"/>
          </p:nvPr>
        </p:nvSpPr>
        <p:spPr>
          <a:xfrm>
            <a:off x="1160464" y="2047875"/>
            <a:ext cx="4168774" cy="5610225"/>
          </a:xfrm>
          <a:prstGeom prst="roundRect">
            <a:avLst>
              <a:gd name="adj" fmla="val 0"/>
            </a:avLst>
          </a:prstGeom>
          <a:noFill/>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0">
            <a:extLst>
              <a:ext uri="{FF2B5EF4-FFF2-40B4-BE49-F238E27FC236}">
                <a16:creationId xmlns:a16="http://schemas.microsoft.com/office/drawing/2014/main" id="{A2CFE9C4-3513-8AF4-F9E8-3B9D7469AA09}"/>
              </a:ext>
            </a:extLst>
          </p:cNvPr>
          <p:cNvSpPr>
            <a:spLocks noGrp="1"/>
          </p:cNvSpPr>
          <p:nvPr>
            <p:ph sz="quarter" idx="18"/>
          </p:nvPr>
        </p:nvSpPr>
        <p:spPr>
          <a:xfrm>
            <a:off x="5524501" y="2047875"/>
            <a:ext cx="4168774" cy="5610225"/>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9315169D-F557-F925-F93A-4864BB7FCC63}"/>
              </a:ext>
            </a:extLst>
          </p:cNvPr>
          <p:cNvSpPr>
            <a:spLocks noGrp="1"/>
          </p:cNvSpPr>
          <p:nvPr>
            <p:ph sz="quarter" idx="19"/>
          </p:nvPr>
        </p:nvSpPr>
        <p:spPr>
          <a:xfrm>
            <a:off x="9913936" y="2047875"/>
            <a:ext cx="4144963" cy="5610225"/>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06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 —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72111-6029-FC77-A63E-56717A3BF9DA}"/>
              </a:ext>
            </a:extLst>
          </p:cNvPr>
          <p:cNvSpPr>
            <a:spLocks noGrp="1"/>
          </p:cNvSpPr>
          <p:nvPr>
            <p:ph type="title" hasCustomPrompt="1"/>
          </p:nvPr>
        </p:nvSpPr>
        <p:spPr>
          <a:xfrm>
            <a:off x="1160464" y="885053"/>
            <a:ext cx="12898435" cy="867547"/>
          </a:xfrm>
        </p:spPr>
        <p:txBody>
          <a:bodyPr anchor="t"/>
          <a:lstStyle/>
          <a:p>
            <a:r>
              <a:rPr lang="en-US"/>
              <a:t>Click to add slide title</a:t>
            </a:r>
          </a:p>
        </p:txBody>
      </p:sp>
      <p:sp>
        <p:nvSpPr>
          <p:cNvPr id="5" name="Date Placeholder 4">
            <a:extLst>
              <a:ext uri="{FF2B5EF4-FFF2-40B4-BE49-F238E27FC236}">
                <a16:creationId xmlns:a16="http://schemas.microsoft.com/office/drawing/2014/main" id="{381A4466-045F-A5F1-5610-B95C354988CE}"/>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C7FF85F-4F6D-64A3-8608-383826A63C21}"/>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7A32E60A-1D4D-2CC8-E989-0B5C18623DED}"/>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9" name="Text Placeholder 16">
            <a:extLst>
              <a:ext uri="{FF2B5EF4-FFF2-40B4-BE49-F238E27FC236}">
                <a16:creationId xmlns:a16="http://schemas.microsoft.com/office/drawing/2014/main" id="{851215C9-9F41-D59F-B8E0-03F30CBBEC6F}"/>
              </a:ext>
            </a:extLst>
          </p:cNvPr>
          <p:cNvSpPr>
            <a:spLocks noGrp="1"/>
          </p:cNvSpPr>
          <p:nvPr>
            <p:ph type="body" sz="quarter" idx="14" hasCustomPrompt="1"/>
          </p:nvPr>
        </p:nvSpPr>
        <p:spPr>
          <a:xfrm>
            <a:off x="1159933" y="589777"/>
            <a:ext cx="6369051" cy="276997"/>
          </a:xfrm>
        </p:spPr>
        <p:txBody>
          <a:bodyPr bIns="0" anchor="t"/>
          <a:lstStyle>
            <a:lvl1pPr>
              <a:buNone/>
              <a:defRPr sz="1400" spc="100" baseline="0">
                <a:solidFill>
                  <a:schemeClr val="tx2"/>
                </a:solidFill>
              </a:defRPr>
            </a:lvl1pPr>
          </a:lstStyle>
          <a:p>
            <a:pPr lvl="0"/>
            <a:r>
              <a:rPr lang="en-US"/>
              <a:t>SAMPLE PREHEADER</a:t>
            </a:r>
          </a:p>
        </p:txBody>
      </p:sp>
      <p:sp>
        <p:nvSpPr>
          <p:cNvPr id="8" name="Content Placeholder 10">
            <a:extLst>
              <a:ext uri="{FF2B5EF4-FFF2-40B4-BE49-F238E27FC236}">
                <a16:creationId xmlns:a16="http://schemas.microsoft.com/office/drawing/2014/main" id="{C2213B4D-D5FC-F846-272C-8DFC8E055A50}"/>
              </a:ext>
            </a:extLst>
          </p:cNvPr>
          <p:cNvSpPr>
            <a:spLocks noGrp="1"/>
          </p:cNvSpPr>
          <p:nvPr>
            <p:ph sz="quarter" idx="17"/>
          </p:nvPr>
        </p:nvSpPr>
        <p:spPr>
          <a:xfrm>
            <a:off x="1160464" y="3228975"/>
            <a:ext cx="4168774" cy="4429125"/>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0">
            <a:extLst>
              <a:ext uri="{FF2B5EF4-FFF2-40B4-BE49-F238E27FC236}">
                <a16:creationId xmlns:a16="http://schemas.microsoft.com/office/drawing/2014/main" id="{A2CFE9C4-3513-8AF4-F9E8-3B9D7469AA09}"/>
              </a:ext>
            </a:extLst>
          </p:cNvPr>
          <p:cNvSpPr>
            <a:spLocks noGrp="1"/>
          </p:cNvSpPr>
          <p:nvPr>
            <p:ph sz="quarter" idx="18"/>
          </p:nvPr>
        </p:nvSpPr>
        <p:spPr>
          <a:xfrm>
            <a:off x="5524501" y="3228975"/>
            <a:ext cx="4168774" cy="4429125"/>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9315169D-F557-F925-F93A-4864BB7FCC63}"/>
              </a:ext>
            </a:extLst>
          </p:cNvPr>
          <p:cNvSpPr>
            <a:spLocks noGrp="1"/>
          </p:cNvSpPr>
          <p:nvPr>
            <p:ph sz="quarter" idx="19"/>
          </p:nvPr>
        </p:nvSpPr>
        <p:spPr>
          <a:xfrm>
            <a:off x="9913936" y="3228975"/>
            <a:ext cx="4144963" cy="4429125"/>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60CEEC0E-355D-2BDF-3504-A1EC25312991}"/>
              </a:ext>
            </a:extLst>
          </p:cNvPr>
          <p:cNvSpPr>
            <a:spLocks noGrp="1"/>
          </p:cNvSpPr>
          <p:nvPr>
            <p:ph type="body" sz="half" idx="2" hasCustomPrompt="1"/>
          </p:nvPr>
        </p:nvSpPr>
        <p:spPr>
          <a:xfrm>
            <a:off x="1160464" y="2047875"/>
            <a:ext cx="12898436" cy="885825"/>
          </a:xfrm>
        </p:spPr>
        <p:txBody>
          <a:bodyPr>
            <a:noAutofit/>
          </a:bodyPr>
          <a:lstStyle>
            <a:lvl1pPr marL="0" indent="0">
              <a:buNone/>
              <a:defRPr sz="2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intro copy</a:t>
            </a:r>
          </a:p>
        </p:txBody>
      </p:sp>
    </p:spTree>
    <p:extLst>
      <p:ext uri="{BB962C8B-B14F-4D97-AF65-F5344CB8AC3E}">
        <p14:creationId xmlns:p14="http://schemas.microsoft.com/office/powerpoint/2010/main" val="14849312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 — C">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381A4466-045F-A5F1-5610-B95C354988CE}"/>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C7FF85F-4F6D-64A3-8608-383826A63C21}"/>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7A32E60A-1D4D-2CC8-E989-0B5C18623DED}"/>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Content Placeholder 10">
            <a:extLst>
              <a:ext uri="{FF2B5EF4-FFF2-40B4-BE49-F238E27FC236}">
                <a16:creationId xmlns:a16="http://schemas.microsoft.com/office/drawing/2014/main" id="{C2213B4D-D5FC-F846-272C-8DFC8E055A50}"/>
              </a:ext>
            </a:extLst>
          </p:cNvPr>
          <p:cNvSpPr>
            <a:spLocks noGrp="1"/>
          </p:cNvSpPr>
          <p:nvPr>
            <p:ph sz="quarter" idx="17"/>
          </p:nvPr>
        </p:nvSpPr>
        <p:spPr>
          <a:xfrm>
            <a:off x="1160464" y="2933701"/>
            <a:ext cx="4168774" cy="4724400"/>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0">
            <a:extLst>
              <a:ext uri="{FF2B5EF4-FFF2-40B4-BE49-F238E27FC236}">
                <a16:creationId xmlns:a16="http://schemas.microsoft.com/office/drawing/2014/main" id="{A2CFE9C4-3513-8AF4-F9E8-3B9D7469AA09}"/>
              </a:ext>
            </a:extLst>
          </p:cNvPr>
          <p:cNvSpPr>
            <a:spLocks noGrp="1"/>
          </p:cNvSpPr>
          <p:nvPr>
            <p:ph sz="quarter" idx="18"/>
          </p:nvPr>
        </p:nvSpPr>
        <p:spPr>
          <a:xfrm>
            <a:off x="5524501" y="2933701"/>
            <a:ext cx="4168774" cy="4724400"/>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9315169D-F557-F925-F93A-4864BB7FCC63}"/>
              </a:ext>
            </a:extLst>
          </p:cNvPr>
          <p:cNvSpPr>
            <a:spLocks noGrp="1"/>
          </p:cNvSpPr>
          <p:nvPr>
            <p:ph sz="quarter" idx="19"/>
          </p:nvPr>
        </p:nvSpPr>
        <p:spPr>
          <a:xfrm>
            <a:off x="9913936" y="2933701"/>
            <a:ext cx="4144963" cy="4724400"/>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018B71A1-DEBC-D16D-F5A1-58EE2D1A1275}"/>
              </a:ext>
            </a:extLst>
          </p:cNvPr>
          <p:cNvSpPr>
            <a:spLocks noGrp="1"/>
          </p:cNvSpPr>
          <p:nvPr>
            <p:ph type="title" hasCustomPrompt="1"/>
          </p:nvPr>
        </p:nvSpPr>
        <p:spPr>
          <a:xfrm>
            <a:off x="1181101" y="866775"/>
            <a:ext cx="3678237" cy="1476375"/>
          </a:xfrm>
        </p:spPr>
        <p:txBody>
          <a:bodyPr anchor="t"/>
          <a:lstStyle>
            <a:lvl1pPr>
              <a:defRPr sz="3800"/>
            </a:lvl1pPr>
          </a:lstStyle>
          <a:p>
            <a:r>
              <a:rPr lang="en-US"/>
              <a:t>Click to add slide title here</a:t>
            </a:r>
          </a:p>
        </p:txBody>
      </p:sp>
      <p:sp>
        <p:nvSpPr>
          <p:cNvPr id="12" name="Text Placeholder 3">
            <a:extLst>
              <a:ext uri="{FF2B5EF4-FFF2-40B4-BE49-F238E27FC236}">
                <a16:creationId xmlns:a16="http://schemas.microsoft.com/office/drawing/2014/main" id="{D94367F8-96C0-D23F-F2D5-BC477546257F}"/>
              </a:ext>
            </a:extLst>
          </p:cNvPr>
          <p:cNvSpPr>
            <a:spLocks noGrp="1"/>
          </p:cNvSpPr>
          <p:nvPr>
            <p:ph type="body" sz="half" idx="2" hasCustomPrompt="1"/>
          </p:nvPr>
        </p:nvSpPr>
        <p:spPr>
          <a:xfrm>
            <a:off x="5507038" y="866775"/>
            <a:ext cx="8551862" cy="1476374"/>
          </a:xfrm>
        </p:spPr>
        <p:txBody>
          <a:bodyPr>
            <a:noAutofit/>
          </a:bodyPr>
          <a:lstStyle>
            <a:lvl1pPr marL="0" indent="0">
              <a:buNone/>
              <a:defRPr sz="2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intro copy</a:t>
            </a:r>
          </a:p>
        </p:txBody>
      </p:sp>
      <p:sp>
        <p:nvSpPr>
          <p:cNvPr id="13" name="Text Placeholder 16">
            <a:extLst>
              <a:ext uri="{FF2B5EF4-FFF2-40B4-BE49-F238E27FC236}">
                <a16:creationId xmlns:a16="http://schemas.microsoft.com/office/drawing/2014/main" id="{41B64DBE-26E3-50D2-3F9B-FD17D5EDCB3D}"/>
              </a:ext>
            </a:extLst>
          </p:cNvPr>
          <p:cNvSpPr>
            <a:spLocks noGrp="1"/>
          </p:cNvSpPr>
          <p:nvPr>
            <p:ph type="body" sz="quarter" idx="14" hasCustomPrompt="1"/>
          </p:nvPr>
        </p:nvSpPr>
        <p:spPr>
          <a:xfrm>
            <a:off x="1181101" y="571500"/>
            <a:ext cx="3678237" cy="295275"/>
          </a:xfrm>
        </p:spPr>
        <p:txBody>
          <a:bodyPr bIns="0" anchor="t"/>
          <a:lstStyle>
            <a:lvl1pPr>
              <a:buNone/>
              <a:defRPr sz="1400" spc="100" baseline="0">
                <a:solidFill>
                  <a:schemeClr val="tx2"/>
                </a:solidFill>
              </a:defRPr>
            </a:lvl1pPr>
          </a:lstStyle>
          <a:p>
            <a:pPr lvl="0"/>
            <a:r>
              <a:rPr lang="en-US"/>
              <a:t>SAMPLE PREHEADER</a:t>
            </a:r>
          </a:p>
        </p:txBody>
      </p:sp>
      <p:pic>
        <p:nvPicPr>
          <p:cNvPr id="3" name="Picture 2">
            <a:extLst>
              <a:ext uri="{FF2B5EF4-FFF2-40B4-BE49-F238E27FC236}">
                <a16:creationId xmlns:a16="http://schemas.microsoft.com/office/drawing/2014/main" id="{608EEE4E-0E0E-BE26-1FD5-E4B7425A4CA3}"/>
              </a:ext>
            </a:extLst>
          </p:cNvPr>
          <p:cNvPicPr>
            <a:picLocks/>
          </p:cNvPicPr>
          <p:nvPr userDrawn="1"/>
        </p:nvPicPr>
        <p:blipFill>
          <a:blip r:embed="rId2"/>
          <a:stretch>
            <a:fillRect/>
          </a:stretch>
        </p:blipFill>
        <p:spPr>
          <a:xfrm flipV="1">
            <a:off x="819551" y="2406432"/>
            <a:ext cx="13239348" cy="9144"/>
          </a:xfrm>
          <a:prstGeom prst="rect">
            <a:avLst/>
          </a:prstGeom>
        </p:spPr>
      </p:pic>
    </p:spTree>
    <p:extLst>
      <p:ext uri="{BB962C8B-B14F-4D97-AF65-F5344CB8AC3E}">
        <p14:creationId xmlns:p14="http://schemas.microsoft.com/office/powerpoint/2010/main" val="41349905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Col — 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381A4466-045F-A5F1-5610-B95C354988CE}"/>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C7FF85F-4F6D-64A3-8608-383826A63C21}"/>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7A32E60A-1D4D-2CC8-E989-0B5C18623DED}"/>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13" name="Text Placeholder 65">
            <a:extLst>
              <a:ext uri="{FF2B5EF4-FFF2-40B4-BE49-F238E27FC236}">
                <a16:creationId xmlns:a16="http://schemas.microsoft.com/office/drawing/2014/main" id="{701A6259-9062-E413-0007-80318810AC54}"/>
              </a:ext>
            </a:extLst>
          </p:cNvPr>
          <p:cNvSpPr>
            <a:spLocks noGrp="1"/>
          </p:cNvSpPr>
          <p:nvPr>
            <p:ph type="body" sz="quarter" idx="33" hasCustomPrompt="1"/>
          </p:nvPr>
        </p:nvSpPr>
        <p:spPr>
          <a:xfrm>
            <a:off x="1143000" y="6181725"/>
            <a:ext cx="3733800" cy="1476375"/>
          </a:xfrm>
        </p:spPr>
        <p:txBody>
          <a:bodyPr>
            <a:noAutofit/>
          </a:bodyPr>
          <a:lstStyle>
            <a:lvl2pPr marL="285750" indent="-276225">
              <a:buNone/>
              <a:tabLst/>
              <a:defRPr b="0" i="0">
                <a:latin typeface="Aptos" panose="020B0004020202020204" pitchFamily="34" charset="0"/>
              </a:defRPr>
            </a:lvl2pPr>
            <a:lvl4pPr>
              <a:buNone/>
              <a:defRPr/>
            </a:lvl4pPr>
          </a:lstStyle>
          <a:p>
            <a:pPr lvl="0"/>
            <a:r>
              <a:rPr lang="en-US"/>
              <a:t>Name + Title</a:t>
            </a:r>
          </a:p>
        </p:txBody>
      </p:sp>
      <p:sp>
        <p:nvSpPr>
          <p:cNvPr id="14" name="Text Placeholder 65">
            <a:extLst>
              <a:ext uri="{FF2B5EF4-FFF2-40B4-BE49-F238E27FC236}">
                <a16:creationId xmlns:a16="http://schemas.microsoft.com/office/drawing/2014/main" id="{23C45BB9-0F47-CA04-2F19-02A6227D86A7}"/>
              </a:ext>
            </a:extLst>
          </p:cNvPr>
          <p:cNvSpPr>
            <a:spLocks noGrp="1"/>
          </p:cNvSpPr>
          <p:nvPr>
            <p:ph type="body" sz="quarter" idx="34" hasCustomPrompt="1"/>
          </p:nvPr>
        </p:nvSpPr>
        <p:spPr>
          <a:xfrm>
            <a:off x="5512869" y="6181725"/>
            <a:ext cx="3703320" cy="1476375"/>
          </a:xfrm>
        </p:spPr>
        <p:txBody>
          <a:bodyPr>
            <a:noAutofit/>
          </a:bodyPr>
          <a:lstStyle>
            <a:lvl2pPr marL="285750" indent="-276225">
              <a:buNone/>
              <a:tabLst/>
              <a:defRPr b="0" i="0">
                <a:latin typeface="Aptos" panose="020B0004020202020204" pitchFamily="34" charset="0"/>
              </a:defRPr>
            </a:lvl2pPr>
            <a:lvl4pPr>
              <a:buNone/>
              <a:defRPr/>
            </a:lvl4pPr>
          </a:lstStyle>
          <a:p>
            <a:pPr lvl="0"/>
            <a:r>
              <a:rPr lang="en-US"/>
              <a:t>Name + Title</a:t>
            </a:r>
          </a:p>
        </p:txBody>
      </p:sp>
      <p:sp>
        <p:nvSpPr>
          <p:cNvPr id="16" name="Picture Placeholder 23">
            <a:extLst>
              <a:ext uri="{FF2B5EF4-FFF2-40B4-BE49-F238E27FC236}">
                <a16:creationId xmlns:a16="http://schemas.microsoft.com/office/drawing/2014/main" id="{4FDC69BA-8AFC-ACD5-5DE8-B996C491E567}"/>
              </a:ext>
            </a:extLst>
          </p:cNvPr>
          <p:cNvSpPr>
            <a:spLocks noGrp="1"/>
          </p:cNvSpPr>
          <p:nvPr>
            <p:ph type="pic" sz="quarter" idx="36" hasCustomPrompt="1"/>
          </p:nvPr>
        </p:nvSpPr>
        <p:spPr>
          <a:xfrm>
            <a:off x="5421429" y="2085478"/>
            <a:ext cx="3794760" cy="3794760"/>
          </a:xfrm>
          <a:prstGeom prst="roundRect">
            <a:avLst>
              <a:gd name="adj" fmla="val 6160"/>
            </a:avLst>
          </a:prstGeom>
          <a:solidFill>
            <a:schemeClr val="accent6">
              <a:alpha val="10000"/>
            </a:schemeClr>
          </a:solidFill>
        </p:spPr>
        <p:txBody>
          <a:bodyPr lIns="0" tIns="0" rIns="0" bIns="0"/>
          <a:lstStyle>
            <a:lvl1pPr>
              <a:buNone/>
              <a:defRPr/>
            </a:lvl1pPr>
            <a:lvl6pPr marL="14288" indent="0" algn="ctr">
              <a:buNone/>
              <a:tabLst/>
              <a:defRPr sz="1600" b="0" i="0">
                <a:solidFill>
                  <a:schemeClr val="accent3">
                    <a:lumMod val="60000"/>
                    <a:lumOff val="40000"/>
                  </a:schemeClr>
                </a:solidFill>
                <a:latin typeface="Aptos" panose="020B0004020202020204" pitchFamily="34" charset="0"/>
              </a:defRPr>
            </a:lvl6pPr>
            <a:lvl7pPr marL="571500" indent="-106363">
              <a:spcAft>
                <a:spcPts val="0"/>
              </a:spcAft>
              <a:buFont typeface="Arial" panose="020B0604020202020204" pitchFamily="34" charset="0"/>
              <a:buChar char="•"/>
              <a:tabLst/>
              <a:defRPr>
                <a:solidFill>
                  <a:schemeClr val="bg1"/>
                </a:solidFill>
              </a:defRPr>
            </a:lvl7pPr>
          </a:lstStyle>
          <a:p>
            <a:pPr lvl="5"/>
            <a:br>
              <a:rPr lang="en-US"/>
            </a:br>
            <a:r>
              <a:rPr lang="en-US"/>
              <a:t>Headshot: 4.05 x 4.05</a:t>
            </a:r>
          </a:p>
        </p:txBody>
      </p:sp>
      <p:sp>
        <p:nvSpPr>
          <p:cNvPr id="18" name="Picture Placeholder 23">
            <a:extLst>
              <a:ext uri="{FF2B5EF4-FFF2-40B4-BE49-F238E27FC236}">
                <a16:creationId xmlns:a16="http://schemas.microsoft.com/office/drawing/2014/main" id="{E79A137F-A2D6-9AC3-0BFD-59CF1F79B12E}"/>
              </a:ext>
            </a:extLst>
          </p:cNvPr>
          <p:cNvSpPr>
            <a:spLocks noGrp="1"/>
          </p:cNvSpPr>
          <p:nvPr>
            <p:ph type="pic" sz="quarter" idx="38" hasCustomPrompt="1"/>
          </p:nvPr>
        </p:nvSpPr>
        <p:spPr>
          <a:xfrm>
            <a:off x="1082040" y="2085478"/>
            <a:ext cx="3794760" cy="3794760"/>
          </a:xfrm>
          <a:prstGeom prst="roundRect">
            <a:avLst>
              <a:gd name="adj" fmla="val 6160"/>
            </a:avLst>
          </a:prstGeom>
          <a:solidFill>
            <a:schemeClr val="accent6">
              <a:alpha val="10000"/>
            </a:schemeClr>
          </a:solidFill>
        </p:spPr>
        <p:txBody>
          <a:bodyPr lIns="0" tIns="0" rIns="0" bIns="0"/>
          <a:lstStyle>
            <a:lvl1pPr>
              <a:buNone/>
              <a:defRPr/>
            </a:lvl1pPr>
            <a:lvl6pPr marL="14288" indent="0" algn="ctr">
              <a:buNone/>
              <a:tabLst/>
              <a:defRPr sz="1600" b="0" i="0">
                <a:solidFill>
                  <a:schemeClr val="accent3">
                    <a:lumMod val="60000"/>
                    <a:lumOff val="40000"/>
                  </a:schemeClr>
                </a:solidFill>
                <a:latin typeface="Aptos" panose="020B0004020202020204" pitchFamily="34" charset="0"/>
              </a:defRPr>
            </a:lvl6pPr>
            <a:lvl7pPr marL="571500" indent="-106363">
              <a:spcAft>
                <a:spcPts val="0"/>
              </a:spcAft>
              <a:buFont typeface="Arial" panose="020B0604020202020204" pitchFamily="34" charset="0"/>
              <a:buChar char="•"/>
              <a:tabLst/>
              <a:defRPr>
                <a:solidFill>
                  <a:schemeClr val="bg1"/>
                </a:solidFill>
              </a:defRPr>
            </a:lvl7pPr>
          </a:lstStyle>
          <a:p>
            <a:pPr lvl="5"/>
            <a:br>
              <a:rPr lang="en-US"/>
            </a:br>
            <a:r>
              <a:rPr lang="en-US"/>
              <a:t>Headshot: 4.05 x 4.05</a:t>
            </a:r>
          </a:p>
        </p:txBody>
      </p:sp>
      <p:sp>
        <p:nvSpPr>
          <p:cNvPr id="8" name="Title 1">
            <a:extLst>
              <a:ext uri="{FF2B5EF4-FFF2-40B4-BE49-F238E27FC236}">
                <a16:creationId xmlns:a16="http://schemas.microsoft.com/office/drawing/2014/main" id="{2CB2FFCB-AE1C-1682-1D83-2DA871DB466D}"/>
              </a:ext>
            </a:extLst>
          </p:cNvPr>
          <p:cNvSpPr>
            <a:spLocks noGrp="1"/>
          </p:cNvSpPr>
          <p:nvPr>
            <p:ph type="title" hasCustomPrompt="1"/>
          </p:nvPr>
        </p:nvSpPr>
        <p:spPr>
          <a:xfrm>
            <a:off x="1143000" y="876300"/>
            <a:ext cx="12915899" cy="876300"/>
          </a:xfrm>
        </p:spPr>
        <p:txBody>
          <a:bodyPr anchor="t"/>
          <a:lstStyle/>
          <a:p>
            <a:r>
              <a:rPr lang="en-US"/>
              <a:t>Click to add slide title</a:t>
            </a:r>
          </a:p>
        </p:txBody>
      </p:sp>
      <p:sp>
        <p:nvSpPr>
          <p:cNvPr id="10" name="Text Placeholder 16">
            <a:extLst>
              <a:ext uri="{FF2B5EF4-FFF2-40B4-BE49-F238E27FC236}">
                <a16:creationId xmlns:a16="http://schemas.microsoft.com/office/drawing/2014/main" id="{A2F8E462-FA30-58DF-0F11-2F3792B13557}"/>
              </a:ext>
            </a:extLst>
          </p:cNvPr>
          <p:cNvSpPr>
            <a:spLocks noGrp="1"/>
          </p:cNvSpPr>
          <p:nvPr>
            <p:ph type="body" sz="quarter" idx="14" hasCustomPrompt="1"/>
          </p:nvPr>
        </p:nvSpPr>
        <p:spPr>
          <a:xfrm>
            <a:off x="1143000" y="581025"/>
            <a:ext cx="6369050" cy="295275"/>
          </a:xfrm>
        </p:spPr>
        <p:txBody>
          <a:bodyPr bIns="0" anchor="t"/>
          <a:lstStyle>
            <a:lvl1pPr>
              <a:buNone/>
              <a:defRPr sz="1400" spc="100" baseline="0">
                <a:solidFill>
                  <a:schemeClr val="tx2"/>
                </a:solidFill>
              </a:defRPr>
            </a:lvl1pPr>
          </a:lstStyle>
          <a:p>
            <a:pPr lvl="0"/>
            <a:r>
              <a:rPr lang="en-US"/>
              <a:t>SAMPLE PREHEADER</a:t>
            </a:r>
          </a:p>
        </p:txBody>
      </p:sp>
    </p:spTree>
    <p:extLst>
      <p:ext uri="{BB962C8B-B14F-4D97-AF65-F5344CB8AC3E}">
        <p14:creationId xmlns:p14="http://schemas.microsoft.com/office/powerpoint/2010/main" val="23636122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Col — A">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381A4466-045F-A5F1-5610-B95C354988CE}"/>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C7FF85F-4F6D-64A3-8608-383826A63C21}"/>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7A32E60A-1D4D-2CC8-E989-0B5C18623DED}"/>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Content Placeholder 10">
            <a:extLst>
              <a:ext uri="{FF2B5EF4-FFF2-40B4-BE49-F238E27FC236}">
                <a16:creationId xmlns:a16="http://schemas.microsoft.com/office/drawing/2014/main" id="{C2213B4D-D5FC-F846-272C-8DFC8E055A50}"/>
              </a:ext>
            </a:extLst>
          </p:cNvPr>
          <p:cNvSpPr>
            <a:spLocks noGrp="1"/>
          </p:cNvSpPr>
          <p:nvPr>
            <p:ph sz="quarter" idx="17"/>
          </p:nvPr>
        </p:nvSpPr>
        <p:spPr>
          <a:xfrm>
            <a:off x="1143000" y="2047875"/>
            <a:ext cx="3095625" cy="5610225"/>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10">
            <a:extLst>
              <a:ext uri="{FF2B5EF4-FFF2-40B4-BE49-F238E27FC236}">
                <a16:creationId xmlns:a16="http://schemas.microsoft.com/office/drawing/2014/main" id="{0D0F5BE7-89CE-D04F-5BBD-A5C2A4B5EADB}"/>
              </a:ext>
            </a:extLst>
          </p:cNvPr>
          <p:cNvSpPr>
            <a:spLocks noGrp="1"/>
          </p:cNvSpPr>
          <p:nvPr>
            <p:ph sz="quarter" idx="18"/>
          </p:nvPr>
        </p:nvSpPr>
        <p:spPr>
          <a:xfrm>
            <a:off x="4416778" y="2047875"/>
            <a:ext cx="3094919" cy="5610225"/>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0">
            <a:extLst>
              <a:ext uri="{FF2B5EF4-FFF2-40B4-BE49-F238E27FC236}">
                <a16:creationId xmlns:a16="http://schemas.microsoft.com/office/drawing/2014/main" id="{08DCE487-F8DF-F82F-3BDB-DCB3F633A3AB}"/>
              </a:ext>
            </a:extLst>
          </p:cNvPr>
          <p:cNvSpPr>
            <a:spLocks noGrp="1"/>
          </p:cNvSpPr>
          <p:nvPr>
            <p:ph sz="quarter" idx="19"/>
          </p:nvPr>
        </p:nvSpPr>
        <p:spPr>
          <a:xfrm>
            <a:off x="7689850" y="2047875"/>
            <a:ext cx="3094919" cy="5610225"/>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0">
            <a:extLst>
              <a:ext uri="{FF2B5EF4-FFF2-40B4-BE49-F238E27FC236}">
                <a16:creationId xmlns:a16="http://schemas.microsoft.com/office/drawing/2014/main" id="{2DABAF4F-B281-4176-093F-37BC5D4691C5}"/>
              </a:ext>
            </a:extLst>
          </p:cNvPr>
          <p:cNvSpPr>
            <a:spLocks noGrp="1"/>
          </p:cNvSpPr>
          <p:nvPr>
            <p:ph sz="quarter" idx="20"/>
          </p:nvPr>
        </p:nvSpPr>
        <p:spPr>
          <a:xfrm>
            <a:off x="10963276" y="2047875"/>
            <a:ext cx="3096684" cy="5610225"/>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88205712-FFD4-F869-42AD-8B287FDF1CC0}"/>
              </a:ext>
            </a:extLst>
          </p:cNvPr>
          <p:cNvSpPr>
            <a:spLocks noGrp="1"/>
          </p:cNvSpPr>
          <p:nvPr>
            <p:ph type="title" hasCustomPrompt="1"/>
          </p:nvPr>
        </p:nvSpPr>
        <p:spPr>
          <a:xfrm>
            <a:off x="1143000" y="876300"/>
            <a:ext cx="12915899" cy="876300"/>
          </a:xfrm>
        </p:spPr>
        <p:txBody>
          <a:bodyPr anchor="t"/>
          <a:lstStyle/>
          <a:p>
            <a:r>
              <a:rPr lang="en-US"/>
              <a:t>Click to add slide title</a:t>
            </a:r>
          </a:p>
        </p:txBody>
      </p:sp>
      <p:sp>
        <p:nvSpPr>
          <p:cNvPr id="10" name="Text Placeholder 16">
            <a:extLst>
              <a:ext uri="{FF2B5EF4-FFF2-40B4-BE49-F238E27FC236}">
                <a16:creationId xmlns:a16="http://schemas.microsoft.com/office/drawing/2014/main" id="{5E07AE22-62F6-05BF-F856-4414DA9A13D9}"/>
              </a:ext>
            </a:extLst>
          </p:cNvPr>
          <p:cNvSpPr>
            <a:spLocks noGrp="1"/>
          </p:cNvSpPr>
          <p:nvPr>
            <p:ph type="body" sz="quarter" idx="14" hasCustomPrompt="1"/>
          </p:nvPr>
        </p:nvSpPr>
        <p:spPr>
          <a:xfrm>
            <a:off x="1143000" y="581025"/>
            <a:ext cx="6369050" cy="295275"/>
          </a:xfrm>
        </p:spPr>
        <p:txBody>
          <a:bodyPr bIns="0" anchor="t"/>
          <a:lstStyle>
            <a:lvl1pPr>
              <a:buNone/>
              <a:defRPr sz="1400" spc="100" baseline="0">
                <a:solidFill>
                  <a:schemeClr val="tx2"/>
                </a:solidFill>
              </a:defRPr>
            </a:lvl1pPr>
          </a:lstStyle>
          <a:p>
            <a:pPr lvl="0"/>
            <a:r>
              <a:rPr lang="en-US"/>
              <a:t>SAMPLE PREHEADER</a:t>
            </a:r>
          </a:p>
        </p:txBody>
      </p:sp>
    </p:spTree>
    <p:extLst>
      <p:ext uri="{BB962C8B-B14F-4D97-AF65-F5344CB8AC3E}">
        <p14:creationId xmlns:p14="http://schemas.microsoft.com/office/powerpoint/2010/main" val="29812009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 Col — B">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B3421A-B326-320E-D35A-B1BE8D821083}"/>
              </a:ext>
            </a:extLst>
          </p:cNvPr>
          <p:cNvSpPr>
            <a:spLocks noGrp="1"/>
          </p:cNvSpPr>
          <p:nvPr>
            <p:ph type="body" sz="half" idx="2" hasCustomPrompt="1"/>
          </p:nvPr>
        </p:nvSpPr>
        <p:spPr>
          <a:xfrm>
            <a:off x="5943600" y="866775"/>
            <a:ext cx="8115300" cy="1476374"/>
          </a:xfrm>
        </p:spPr>
        <p:txBody>
          <a:bodyPr>
            <a:noAutofit/>
          </a:bodyPr>
          <a:lstStyle>
            <a:lvl1pPr marL="0" indent="0">
              <a:buNone/>
              <a:defRPr sz="2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intro copy</a:t>
            </a:r>
          </a:p>
        </p:txBody>
      </p:sp>
      <p:sp>
        <p:nvSpPr>
          <p:cNvPr id="5" name="Date Placeholder 4">
            <a:extLst>
              <a:ext uri="{FF2B5EF4-FFF2-40B4-BE49-F238E27FC236}">
                <a16:creationId xmlns:a16="http://schemas.microsoft.com/office/drawing/2014/main" id="{CB681737-C3AC-8E64-1CAD-4DF72E1580FB}"/>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B068A913-7E8B-6100-9ABD-FCD49A7F9E75}"/>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E36E7B8C-FD0F-661A-7EB9-95114928DB80}"/>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9" name="Content Placeholder 10">
            <a:extLst>
              <a:ext uri="{FF2B5EF4-FFF2-40B4-BE49-F238E27FC236}">
                <a16:creationId xmlns:a16="http://schemas.microsoft.com/office/drawing/2014/main" id="{ED4A6F21-BF74-D0E8-B7D1-4027C1019231}"/>
              </a:ext>
            </a:extLst>
          </p:cNvPr>
          <p:cNvSpPr>
            <a:spLocks noGrp="1"/>
          </p:cNvSpPr>
          <p:nvPr>
            <p:ph sz="quarter" idx="17"/>
          </p:nvPr>
        </p:nvSpPr>
        <p:spPr>
          <a:xfrm>
            <a:off x="1143000" y="2933700"/>
            <a:ext cx="3095625" cy="4724400"/>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0">
            <a:extLst>
              <a:ext uri="{FF2B5EF4-FFF2-40B4-BE49-F238E27FC236}">
                <a16:creationId xmlns:a16="http://schemas.microsoft.com/office/drawing/2014/main" id="{4C7F82C9-1F2F-95DA-0587-BF6329D007B3}"/>
              </a:ext>
            </a:extLst>
          </p:cNvPr>
          <p:cNvSpPr>
            <a:spLocks noGrp="1"/>
          </p:cNvSpPr>
          <p:nvPr>
            <p:ph sz="quarter" idx="18"/>
          </p:nvPr>
        </p:nvSpPr>
        <p:spPr>
          <a:xfrm>
            <a:off x="4416778" y="2933700"/>
            <a:ext cx="3094919" cy="4724400"/>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3786605A-3D0E-7AD1-3D42-34FA87297B3A}"/>
              </a:ext>
            </a:extLst>
          </p:cNvPr>
          <p:cNvSpPr>
            <a:spLocks noGrp="1"/>
          </p:cNvSpPr>
          <p:nvPr>
            <p:ph sz="quarter" idx="19"/>
          </p:nvPr>
        </p:nvSpPr>
        <p:spPr>
          <a:xfrm>
            <a:off x="7689850" y="2933700"/>
            <a:ext cx="3094919" cy="4724400"/>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0">
            <a:extLst>
              <a:ext uri="{FF2B5EF4-FFF2-40B4-BE49-F238E27FC236}">
                <a16:creationId xmlns:a16="http://schemas.microsoft.com/office/drawing/2014/main" id="{307CDD25-C4E9-EF05-0422-A77642DF3E01}"/>
              </a:ext>
            </a:extLst>
          </p:cNvPr>
          <p:cNvSpPr>
            <a:spLocks noGrp="1"/>
          </p:cNvSpPr>
          <p:nvPr>
            <p:ph sz="quarter" idx="20"/>
          </p:nvPr>
        </p:nvSpPr>
        <p:spPr>
          <a:xfrm>
            <a:off x="10963276" y="2933700"/>
            <a:ext cx="3096684" cy="4724400"/>
          </a:xfrm>
          <a:prstGeom prst="roundRect">
            <a:avLst>
              <a:gd name="adj" fmla="val 0"/>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1E4BA6E0-7525-9BCC-FAC6-6831257125BA}"/>
              </a:ext>
            </a:extLst>
          </p:cNvPr>
          <p:cNvSpPr>
            <a:spLocks noGrp="1"/>
          </p:cNvSpPr>
          <p:nvPr>
            <p:ph type="title" hasCustomPrompt="1"/>
          </p:nvPr>
        </p:nvSpPr>
        <p:spPr>
          <a:xfrm>
            <a:off x="1143001" y="876299"/>
            <a:ext cx="4364038" cy="1476373"/>
          </a:xfrm>
        </p:spPr>
        <p:txBody>
          <a:bodyPr anchor="t"/>
          <a:lstStyle/>
          <a:p>
            <a:r>
              <a:rPr lang="en-US"/>
              <a:t>Click to add slide title</a:t>
            </a:r>
          </a:p>
        </p:txBody>
      </p:sp>
      <p:sp>
        <p:nvSpPr>
          <p:cNvPr id="13" name="Text Placeholder 16">
            <a:extLst>
              <a:ext uri="{FF2B5EF4-FFF2-40B4-BE49-F238E27FC236}">
                <a16:creationId xmlns:a16="http://schemas.microsoft.com/office/drawing/2014/main" id="{7EB4A7D1-C435-9DCE-7470-584BE6FD052B}"/>
              </a:ext>
            </a:extLst>
          </p:cNvPr>
          <p:cNvSpPr>
            <a:spLocks noGrp="1"/>
          </p:cNvSpPr>
          <p:nvPr>
            <p:ph type="body" sz="quarter" idx="14" hasCustomPrompt="1"/>
          </p:nvPr>
        </p:nvSpPr>
        <p:spPr>
          <a:xfrm>
            <a:off x="1143000" y="581026"/>
            <a:ext cx="4364038" cy="295274"/>
          </a:xfrm>
        </p:spPr>
        <p:txBody>
          <a:bodyPr bIns="0" anchor="t"/>
          <a:lstStyle>
            <a:lvl1pPr>
              <a:buNone/>
              <a:defRPr sz="1400" spc="100" baseline="0">
                <a:solidFill>
                  <a:schemeClr val="tx2"/>
                </a:solidFill>
              </a:defRPr>
            </a:lvl1pPr>
          </a:lstStyle>
          <a:p>
            <a:pPr lvl="0"/>
            <a:r>
              <a:rPr lang="en-US"/>
              <a:t>SAMPLE PREHEADER</a:t>
            </a:r>
          </a:p>
        </p:txBody>
      </p:sp>
      <p:pic>
        <p:nvPicPr>
          <p:cNvPr id="15" name="Picture 14">
            <a:extLst>
              <a:ext uri="{FF2B5EF4-FFF2-40B4-BE49-F238E27FC236}">
                <a16:creationId xmlns:a16="http://schemas.microsoft.com/office/drawing/2014/main" id="{4F157D3F-6335-D9C6-44EA-704B2BA49BE1}"/>
              </a:ext>
            </a:extLst>
          </p:cNvPr>
          <p:cNvPicPr>
            <a:picLocks/>
          </p:cNvPicPr>
          <p:nvPr userDrawn="1"/>
        </p:nvPicPr>
        <p:blipFill>
          <a:blip r:embed="rId2"/>
          <a:stretch>
            <a:fillRect/>
          </a:stretch>
        </p:blipFill>
        <p:spPr>
          <a:xfrm flipV="1">
            <a:off x="844952" y="2629455"/>
            <a:ext cx="13239348" cy="9144"/>
          </a:xfrm>
          <a:prstGeom prst="rect">
            <a:avLst/>
          </a:prstGeom>
        </p:spPr>
      </p:pic>
    </p:spTree>
    <p:extLst>
      <p:ext uri="{BB962C8B-B14F-4D97-AF65-F5344CB8AC3E}">
        <p14:creationId xmlns:p14="http://schemas.microsoft.com/office/powerpoint/2010/main" val="34884878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 Col — C">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381A4466-045F-A5F1-5610-B95C354988CE}"/>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2C7FF85F-4F6D-64A3-8608-383826A63C21}"/>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7A32E60A-1D4D-2CC8-E989-0B5C18623DED}"/>
              </a:ext>
            </a:extLst>
          </p:cNvPr>
          <p:cNvSpPr>
            <a:spLocks noGrp="1"/>
          </p:cNvSpPr>
          <p:nvPr>
            <p:ph type="sldNum" sz="quarter" idx="12"/>
          </p:nvPr>
        </p:nvSpPr>
        <p:spPr/>
        <p:txBody>
          <a:bodyPr/>
          <a:lstStyle/>
          <a:p>
            <a:fld id="{6D5B234C-F1E4-AE48-A29C-AA83DF36EEB3}" type="slidenum">
              <a:rPr lang="en-US" smtClean="0"/>
              <a:t>‹#›</a:t>
            </a:fld>
            <a:endParaRPr lang="en-US"/>
          </a:p>
        </p:txBody>
      </p:sp>
      <p:sp>
        <p:nvSpPr>
          <p:cNvPr id="8" name="Text Placeholder 65">
            <a:extLst>
              <a:ext uri="{FF2B5EF4-FFF2-40B4-BE49-F238E27FC236}">
                <a16:creationId xmlns:a16="http://schemas.microsoft.com/office/drawing/2014/main" id="{2B1FAEC6-FF42-D86F-F9DD-81B32AACAD79}"/>
              </a:ext>
            </a:extLst>
          </p:cNvPr>
          <p:cNvSpPr>
            <a:spLocks noGrp="1"/>
          </p:cNvSpPr>
          <p:nvPr>
            <p:ph type="body" sz="quarter" idx="44" hasCustomPrompt="1"/>
          </p:nvPr>
        </p:nvSpPr>
        <p:spPr>
          <a:xfrm>
            <a:off x="7903106" y="5333503"/>
            <a:ext cx="2816559" cy="1438772"/>
          </a:xfrm>
        </p:spPr>
        <p:txBody>
          <a:bodyPr>
            <a:noAutofit/>
          </a:bodyPr>
          <a:lstStyle>
            <a:lvl2pPr marL="285750" indent="-276225">
              <a:buNone/>
              <a:tabLst/>
              <a:defRPr b="0" i="0">
                <a:latin typeface="Aptos" panose="020B0004020202020204" pitchFamily="34" charset="0"/>
              </a:defRPr>
            </a:lvl2pPr>
            <a:lvl4pPr>
              <a:buNone/>
              <a:defRPr/>
            </a:lvl4pPr>
          </a:lstStyle>
          <a:p>
            <a:pPr lvl="0"/>
            <a:r>
              <a:rPr lang="en-US"/>
              <a:t>Name + Title</a:t>
            </a:r>
          </a:p>
        </p:txBody>
      </p:sp>
      <p:pic>
        <p:nvPicPr>
          <p:cNvPr id="10" name="Picture 6">
            <a:extLst>
              <a:ext uri="{FF2B5EF4-FFF2-40B4-BE49-F238E27FC236}">
                <a16:creationId xmlns:a16="http://schemas.microsoft.com/office/drawing/2014/main" id="{7ED7C629-F619-B796-576E-D38FB7093000}"/>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263627" y="6279289"/>
            <a:ext cx="192024" cy="19202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a:extLst>
              <a:ext uri="{FF2B5EF4-FFF2-40B4-BE49-F238E27FC236}">
                <a16:creationId xmlns:a16="http://schemas.microsoft.com/office/drawing/2014/main" id="{4B05E14A-E3A3-8A02-E2AB-9AE1005A0400}"/>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4558830" y="6279289"/>
            <a:ext cx="192024" cy="19202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a:extLst>
              <a:ext uri="{FF2B5EF4-FFF2-40B4-BE49-F238E27FC236}">
                <a16:creationId xmlns:a16="http://schemas.microsoft.com/office/drawing/2014/main" id="{66C53D08-7724-2E0E-5F58-5404FD236D5C}"/>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7874289" y="6279289"/>
            <a:ext cx="192024" cy="19202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a:extLst>
              <a:ext uri="{FF2B5EF4-FFF2-40B4-BE49-F238E27FC236}">
                <a16:creationId xmlns:a16="http://schemas.microsoft.com/office/drawing/2014/main" id="{4F598186-DB58-6642-349D-D3D3DC26F75D}"/>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1187115" y="6279289"/>
            <a:ext cx="192024" cy="192024"/>
          </a:xfrm>
          <a:prstGeom prst="rect">
            <a:avLst/>
          </a:prstGeom>
          <a:noFill/>
          <a:extLst>
            <a:ext uri="{909E8E84-426E-40DD-AFC4-6F175D3DCCD1}">
              <a14:hiddenFill xmlns:a14="http://schemas.microsoft.com/office/drawing/2010/main">
                <a:solidFill>
                  <a:srgbClr val="FFFFFF"/>
                </a:solidFill>
              </a14:hiddenFill>
            </a:ext>
          </a:extLst>
        </p:spPr>
      </p:pic>
      <p:sp>
        <p:nvSpPr>
          <p:cNvPr id="21" name="Picture Placeholder 23">
            <a:extLst>
              <a:ext uri="{FF2B5EF4-FFF2-40B4-BE49-F238E27FC236}">
                <a16:creationId xmlns:a16="http://schemas.microsoft.com/office/drawing/2014/main" id="{452FA8D6-AA38-91FC-2198-55B25F35093F}"/>
              </a:ext>
            </a:extLst>
          </p:cNvPr>
          <p:cNvSpPr>
            <a:spLocks noGrp="1"/>
          </p:cNvSpPr>
          <p:nvPr>
            <p:ph type="pic" sz="quarter" idx="48" hasCustomPrompt="1"/>
          </p:nvPr>
        </p:nvSpPr>
        <p:spPr>
          <a:xfrm>
            <a:off x="11078576" y="2085478"/>
            <a:ext cx="2952947" cy="2915147"/>
          </a:xfrm>
          <a:prstGeom prst="roundRect">
            <a:avLst>
              <a:gd name="adj" fmla="val 6160"/>
            </a:avLst>
          </a:prstGeom>
          <a:solidFill>
            <a:schemeClr val="accent6">
              <a:alpha val="10000"/>
            </a:schemeClr>
          </a:solidFill>
        </p:spPr>
        <p:txBody>
          <a:bodyPr lIns="0" tIns="0" rIns="0" bIns="0"/>
          <a:lstStyle>
            <a:lvl1pPr>
              <a:buNone/>
              <a:defRPr/>
            </a:lvl1pPr>
            <a:lvl6pPr marL="571500" indent="-106363">
              <a:buNone/>
              <a:tabLst/>
              <a:defRPr sz="1600" b="0" i="0">
                <a:solidFill>
                  <a:schemeClr val="accent3">
                    <a:lumMod val="60000"/>
                    <a:lumOff val="40000"/>
                  </a:schemeClr>
                </a:solidFill>
                <a:latin typeface="Aptos Light" panose="020B0004020202020204" pitchFamily="34" charset="0"/>
                <a:cs typeface="AkayaKanadaka" panose="02010502080401010103" pitchFamily="2" charset="77"/>
              </a:defRPr>
            </a:lvl6pPr>
            <a:lvl7pPr marL="571500" indent="-106363">
              <a:spcAft>
                <a:spcPts val="0"/>
              </a:spcAft>
              <a:buFont typeface="Arial" panose="020B0604020202020204" pitchFamily="34" charset="0"/>
              <a:buChar char="•"/>
              <a:tabLst/>
              <a:defRPr>
                <a:solidFill>
                  <a:schemeClr val="bg1"/>
                </a:solidFill>
              </a:defRPr>
            </a:lvl7pPr>
          </a:lstStyle>
          <a:p>
            <a:pPr lvl="5"/>
            <a:br>
              <a:rPr lang="en-US"/>
            </a:br>
            <a:r>
              <a:rPr lang="en-US"/>
              <a:t>Headshot : 4.05 x 4.05</a:t>
            </a:r>
          </a:p>
        </p:txBody>
      </p:sp>
      <p:sp>
        <p:nvSpPr>
          <p:cNvPr id="22" name="Picture Placeholder 23">
            <a:extLst>
              <a:ext uri="{FF2B5EF4-FFF2-40B4-BE49-F238E27FC236}">
                <a16:creationId xmlns:a16="http://schemas.microsoft.com/office/drawing/2014/main" id="{E5E4BBA0-078D-F656-AD85-078A5416A7A4}"/>
              </a:ext>
            </a:extLst>
          </p:cNvPr>
          <p:cNvSpPr>
            <a:spLocks noGrp="1"/>
          </p:cNvSpPr>
          <p:nvPr>
            <p:ph type="pic" sz="quarter" idx="51" hasCustomPrompt="1"/>
          </p:nvPr>
        </p:nvSpPr>
        <p:spPr>
          <a:xfrm>
            <a:off x="1152244" y="2085478"/>
            <a:ext cx="2952947" cy="2915147"/>
          </a:xfrm>
          <a:prstGeom prst="roundRect">
            <a:avLst>
              <a:gd name="adj" fmla="val 6160"/>
            </a:avLst>
          </a:prstGeom>
          <a:solidFill>
            <a:schemeClr val="accent6">
              <a:alpha val="10000"/>
            </a:schemeClr>
          </a:solidFill>
        </p:spPr>
        <p:txBody>
          <a:bodyPr lIns="0" tIns="0" rIns="0" bIns="0"/>
          <a:lstStyle>
            <a:lvl1pPr>
              <a:buNone/>
              <a:defRPr/>
            </a:lvl1pPr>
            <a:lvl6pPr marL="571500" indent="-106363">
              <a:buNone/>
              <a:tabLst/>
              <a:defRPr sz="1600" b="0" i="0">
                <a:solidFill>
                  <a:schemeClr val="accent3">
                    <a:lumMod val="60000"/>
                    <a:lumOff val="40000"/>
                  </a:schemeClr>
                </a:solidFill>
                <a:latin typeface="Aptos Light" panose="020B0004020202020204" pitchFamily="34" charset="0"/>
                <a:cs typeface="AkayaKanadaka" panose="02010502080401010103" pitchFamily="2" charset="77"/>
              </a:defRPr>
            </a:lvl6pPr>
            <a:lvl7pPr marL="571500" indent="-106363">
              <a:spcAft>
                <a:spcPts val="0"/>
              </a:spcAft>
              <a:buFont typeface="Arial" panose="020B0604020202020204" pitchFamily="34" charset="0"/>
              <a:buChar char="•"/>
              <a:tabLst/>
              <a:defRPr>
                <a:solidFill>
                  <a:schemeClr val="bg1"/>
                </a:solidFill>
              </a:defRPr>
            </a:lvl7pPr>
          </a:lstStyle>
          <a:p>
            <a:pPr lvl="5"/>
            <a:br>
              <a:rPr lang="en-US"/>
            </a:br>
            <a:r>
              <a:rPr lang="en-US"/>
              <a:t>Headshot: 4.05 x 4.05</a:t>
            </a:r>
          </a:p>
        </p:txBody>
      </p:sp>
      <p:sp>
        <p:nvSpPr>
          <p:cNvPr id="23" name="Text Placeholder 65">
            <a:extLst>
              <a:ext uri="{FF2B5EF4-FFF2-40B4-BE49-F238E27FC236}">
                <a16:creationId xmlns:a16="http://schemas.microsoft.com/office/drawing/2014/main" id="{E68D3C3E-2CB0-A737-A9C6-D3A7A459B131}"/>
              </a:ext>
            </a:extLst>
          </p:cNvPr>
          <p:cNvSpPr>
            <a:spLocks noGrp="1"/>
          </p:cNvSpPr>
          <p:nvPr>
            <p:ph type="body" sz="quarter" idx="52" hasCustomPrompt="1"/>
          </p:nvPr>
        </p:nvSpPr>
        <p:spPr>
          <a:xfrm>
            <a:off x="4597409" y="5333503"/>
            <a:ext cx="2816559" cy="1438772"/>
          </a:xfrm>
        </p:spPr>
        <p:txBody>
          <a:bodyPr>
            <a:noAutofit/>
          </a:bodyPr>
          <a:lstStyle>
            <a:lvl2pPr marL="285750" indent="-276225">
              <a:buNone/>
              <a:tabLst/>
              <a:defRPr b="0" i="0">
                <a:latin typeface="Aptos" panose="020B0004020202020204" pitchFamily="34" charset="0"/>
              </a:defRPr>
            </a:lvl2pPr>
            <a:lvl4pPr>
              <a:buNone/>
              <a:defRPr/>
            </a:lvl4pPr>
          </a:lstStyle>
          <a:p>
            <a:pPr lvl="0"/>
            <a:r>
              <a:rPr lang="en-US"/>
              <a:t>Name + Title</a:t>
            </a:r>
          </a:p>
        </p:txBody>
      </p:sp>
      <p:sp>
        <p:nvSpPr>
          <p:cNvPr id="24" name="Text Placeholder 65">
            <a:extLst>
              <a:ext uri="{FF2B5EF4-FFF2-40B4-BE49-F238E27FC236}">
                <a16:creationId xmlns:a16="http://schemas.microsoft.com/office/drawing/2014/main" id="{E1FF544B-75D7-BE58-D8CA-FA7454161332}"/>
              </a:ext>
            </a:extLst>
          </p:cNvPr>
          <p:cNvSpPr>
            <a:spLocks noGrp="1"/>
          </p:cNvSpPr>
          <p:nvPr>
            <p:ph type="body" sz="quarter" idx="53" hasCustomPrompt="1"/>
          </p:nvPr>
        </p:nvSpPr>
        <p:spPr>
          <a:xfrm>
            <a:off x="1288632" y="5333503"/>
            <a:ext cx="2816559" cy="1438772"/>
          </a:xfrm>
        </p:spPr>
        <p:txBody>
          <a:bodyPr>
            <a:noAutofit/>
          </a:bodyPr>
          <a:lstStyle>
            <a:lvl2pPr marL="285750" indent="-276225">
              <a:buNone/>
              <a:tabLst/>
              <a:defRPr b="0" i="0">
                <a:latin typeface="Aptos" panose="020B0004020202020204" pitchFamily="34" charset="0"/>
              </a:defRPr>
            </a:lvl2pPr>
            <a:lvl4pPr>
              <a:buNone/>
              <a:defRPr/>
            </a:lvl4pPr>
          </a:lstStyle>
          <a:p>
            <a:pPr lvl="0"/>
            <a:r>
              <a:rPr lang="en-US"/>
              <a:t>Name + Title</a:t>
            </a:r>
          </a:p>
        </p:txBody>
      </p:sp>
      <p:sp>
        <p:nvSpPr>
          <p:cNvPr id="25" name="Text Placeholder 65">
            <a:extLst>
              <a:ext uri="{FF2B5EF4-FFF2-40B4-BE49-F238E27FC236}">
                <a16:creationId xmlns:a16="http://schemas.microsoft.com/office/drawing/2014/main" id="{CA73D88A-1130-39B6-B205-BAD5BBEB2F9E}"/>
              </a:ext>
            </a:extLst>
          </p:cNvPr>
          <p:cNvSpPr>
            <a:spLocks noGrp="1"/>
          </p:cNvSpPr>
          <p:nvPr>
            <p:ph type="body" sz="quarter" idx="54" hasCustomPrompt="1"/>
          </p:nvPr>
        </p:nvSpPr>
        <p:spPr>
          <a:xfrm>
            <a:off x="11214964" y="5333503"/>
            <a:ext cx="2816559" cy="1438772"/>
          </a:xfrm>
        </p:spPr>
        <p:txBody>
          <a:bodyPr>
            <a:noAutofit/>
          </a:bodyPr>
          <a:lstStyle>
            <a:lvl2pPr marL="285750" indent="-276225">
              <a:buNone/>
              <a:tabLst/>
              <a:defRPr b="0" i="0">
                <a:latin typeface="Aptos" panose="020B0004020202020204" pitchFamily="34" charset="0"/>
              </a:defRPr>
            </a:lvl2pPr>
            <a:lvl4pPr>
              <a:buNone/>
              <a:defRPr/>
            </a:lvl4pPr>
          </a:lstStyle>
          <a:p>
            <a:pPr lvl="0"/>
            <a:r>
              <a:rPr lang="en-US"/>
              <a:t>Name + Title</a:t>
            </a:r>
          </a:p>
        </p:txBody>
      </p:sp>
      <p:sp>
        <p:nvSpPr>
          <p:cNvPr id="26" name="Picture Placeholder 23">
            <a:extLst>
              <a:ext uri="{FF2B5EF4-FFF2-40B4-BE49-F238E27FC236}">
                <a16:creationId xmlns:a16="http://schemas.microsoft.com/office/drawing/2014/main" id="{0D14399D-C158-EE2B-A045-7FD720D7CE75}"/>
              </a:ext>
            </a:extLst>
          </p:cNvPr>
          <p:cNvSpPr>
            <a:spLocks noGrp="1"/>
          </p:cNvSpPr>
          <p:nvPr>
            <p:ph type="pic" sz="quarter" idx="55" hasCustomPrompt="1"/>
          </p:nvPr>
        </p:nvSpPr>
        <p:spPr>
          <a:xfrm>
            <a:off x="7769798" y="2085478"/>
            <a:ext cx="2952947" cy="2915147"/>
          </a:xfrm>
          <a:prstGeom prst="roundRect">
            <a:avLst>
              <a:gd name="adj" fmla="val 6160"/>
            </a:avLst>
          </a:prstGeom>
          <a:solidFill>
            <a:schemeClr val="accent6">
              <a:alpha val="10000"/>
            </a:schemeClr>
          </a:solidFill>
        </p:spPr>
        <p:txBody>
          <a:bodyPr lIns="0" tIns="0" rIns="0" bIns="0"/>
          <a:lstStyle>
            <a:lvl1pPr>
              <a:buNone/>
              <a:defRPr/>
            </a:lvl1pPr>
            <a:lvl6pPr marL="571500" indent="-106363">
              <a:buNone/>
              <a:tabLst/>
              <a:defRPr sz="1600" b="0" i="0">
                <a:solidFill>
                  <a:schemeClr val="accent3">
                    <a:lumMod val="60000"/>
                    <a:lumOff val="40000"/>
                  </a:schemeClr>
                </a:solidFill>
                <a:latin typeface="Aptos Light" panose="020B0004020202020204" pitchFamily="34" charset="0"/>
                <a:cs typeface="AkayaKanadaka" panose="02010502080401010103" pitchFamily="2" charset="77"/>
              </a:defRPr>
            </a:lvl6pPr>
            <a:lvl7pPr marL="571500" indent="-106363">
              <a:spcAft>
                <a:spcPts val="0"/>
              </a:spcAft>
              <a:buFont typeface="Arial" panose="020B0604020202020204" pitchFamily="34" charset="0"/>
              <a:buChar char="•"/>
              <a:tabLst/>
              <a:defRPr>
                <a:solidFill>
                  <a:schemeClr val="bg1"/>
                </a:solidFill>
              </a:defRPr>
            </a:lvl7pPr>
          </a:lstStyle>
          <a:p>
            <a:pPr lvl="5"/>
            <a:br>
              <a:rPr lang="en-US"/>
            </a:br>
            <a:r>
              <a:rPr lang="en-US"/>
              <a:t>Headshot : 4.05 x 4.05</a:t>
            </a:r>
          </a:p>
        </p:txBody>
      </p:sp>
      <p:sp>
        <p:nvSpPr>
          <p:cNvPr id="27" name="Picture Placeholder 23">
            <a:extLst>
              <a:ext uri="{FF2B5EF4-FFF2-40B4-BE49-F238E27FC236}">
                <a16:creationId xmlns:a16="http://schemas.microsoft.com/office/drawing/2014/main" id="{0CE60CE8-3908-C9A6-DBC9-0D4E2215E385}"/>
              </a:ext>
            </a:extLst>
          </p:cNvPr>
          <p:cNvSpPr>
            <a:spLocks noGrp="1"/>
          </p:cNvSpPr>
          <p:nvPr>
            <p:ph type="pic" sz="quarter" idx="56" hasCustomPrompt="1"/>
          </p:nvPr>
        </p:nvSpPr>
        <p:spPr>
          <a:xfrm>
            <a:off x="4461021" y="2085478"/>
            <a:ext cx="2952947" cy="2915147"/>
          </a:xfrm>
          <a:prstGeom prst="roundRect">
            <a:avLst>
              <a:gd name="adj" fmla="val 6160"/>
            </a:avLst>
          </a:prstGeom>
          <a:solidFill>
            <a:schemeClr val="accent6">
              <a:alpha val="10000"/>
            </a:schemeClr>
          </a:solidFill>
        </p:spPr>
        <p:txBody>
          <a:bodyPr lIns="0" tIns="0" rIns="0" bIns="0"/>
          <a:lstStyle>
            <a:lvl1pPr>
              <a:buNone/>
              <a:defRPr/>
            </a:lvl1pPr>
            <a:lvl6pPr marL="571500" indent="-106363">
              <a:buNone/>
              <a:tabLst/>
              <a:defRPr sz="1600" b="0" i="0">
                <a:solidFill>
                  <a:schemeClr val="accent3">
                    <a:lumMod val="60000"/>
                    <a:lumOff val="40000"/>
                  </a:schemeClr>
                </a:solidFill>
                <a:latin typeface="Aptos Light" panose="020B0004020202020204" pitchFamily="34" charset="0"/>
                <a:cs typeface="AkayaKanadaka" panose="02010502080401010103" pitchFamily="2" charset="77"/>
              </a:defRPr>
            </a:lvl6pPr>
            <a:lvl7pPr marL="571500" indent="-106363">
              <a:spcAft>
                <a:spcPts val="0"/>
              </a:spcAft>
              <a:buFont typeface="Arial" panose="020B0604020202020204" pitchFamily="34" charset="0"/>
              <a:buChar char="•"/>
              <a:tabLst/>
              <a:defRPr>
                <a:solidFill>
                  <a:schemeClr val="bg1"/>
                </a:solidFill>
              </a:defRPr>
            </a:lvl7pPr>
          </a:lstStyle>
          <a:p>
            <a:pPr lvl="5"/>
            <a:br>
              <a:rPr lang="en-US"/>
            </a:br>
            <a:r>
              <a:rPr lang="en-US"/>
              <a:t>Headshot : 4.05 x 4.05</a:t>
            </a:r>
          </a:p>
        </p:txBody>
      </p:sp>
      <p:sp>
        <p:nvSpPr>
          <p:cNvPr id="3" name="Title 1">
            <a:extLst>
              <a:ext uri="{FF2B5EF4-FFF2-40B4-BE49-F238E27FC236}">
                <a16:creationId xmlns:a16="http://schemas.microsoft.com/office/drawing/2014/main" id="{C404FDE0-330B-4C59-BE3F-57D910F19194}"/>
              </a:ext>
            </a:extLst>
          </p:cNvPr>
          <p:cNvSpPr>
            <a:spLocks noGrp="1"/>
          </p:cNvSpPr>
          <p:nvPr>
            <p:ph type="title" hasCustomPrompt="1"/>
          </p:nvPr>
        </p:nvSpPr>
        <p:spPr>
          <a:xfrm>
            <a:off x="1143000" y="876300"/>
            <a:ext cx="12915899" cy="876300"/>
          </a:xfrm>
        </p:spPr>
        <p:txBody>
          <a:bodyPr anchor="t"/>
          <a:lstStyle/>
          <a:p>
            <a:r>
              <a:rPr lang="en-US"/>
              <a:t>Click to add slide title</a:t>
            </a:r>
          </a:p>
        </p:txBody>
      </p:sp>
      <p:sp>
        <p:nvSpPr>
          <p:cNvPr id="4" name="Text Placeholder 16">
            <a:extLst>
              <a:ext uri="{FF2B5EF4-FFF2-40B4-BE49-F238E27FC236}">
                <a16:creationId xmlns:a16="http://schemas.microsoft.com/office/drawing/2014/main" id="{80CE6D05-31CC-0964-7D5E-C0510FCC45FA}"/>
              </a:ext>
            </a:extLst>
          </p:cNvPr>
          <p:cNvSpPr>
            <a:spLocks noGrp="1"/>
          </p:cNvSpPr>
          <p:nvPr>
            <p:ph type="body" sz="quarter" idx="14" hasCustomPrompt="1"/>
          </p:nvPr>
        </p:nvSpPr>
        <p:spPr>
          <a:xfrm>
            <a:off x="1143000" y="581025"/>
            <a:ext cx="6369050" cy="295275"/>
          </a:xfrm>
        </p:spPr>
        <p:txBody>
          <a:bodyPr bIns="0" anchor="t"/>
          <a:lstStyle>
            <a:lvl1pPr>
              <a:buNone/>
              <a:defRPr sz="1400" spc="100" baseline="0">
                <a:solidFill>
                  <a:schemeClr val="tx2"/>
                </a:solidFill>
              </a:defRPr>
            </a:lvl1pPr>
          </a:lstStyle>
          <a:p>
            <a:pPr lvl="0"/>
            <a:r>
              <a:rPr lang="en-US"/>
              <a:t>SAMPLE PREHEADER</a:t>
            </a:r>
          </a:p>
        </p:txBody>
      </p:sp>
    </p:spTree>
    <p:extLst>
      <p:ext uri="{BB962C8B-B14F-4D97-AF65-F5344CB8AC3E}">
        <p14:creationId xmlns:p14="http://schemas.microsoft.com/office/powerpoint/2010/main" val="24809169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708D3A9-6BEB-CE45-7C80-001CC48A75E3}"/>
              </a:ext>
            </a:extLst>
          </p:cNvPr>
          <p:cNvSpPr/>
          <p:nvPr userDrawn="1"/>
        </p:nvSpPr>
        <p:spPr>
          <a:xfrm>
            <a:off x="1" y="0"/>
            <a:ext cx="14630400" cy="822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268C057-D418-79AD-B4DC-04FCE82CA3BD}"/>
              </a:ext>
            </a:extLst>
          </p:cNvPr>
          <p:cNvPicPr>
            <a:picLocks/>
          </p:cNvPicPr>
          <p:nvPr userDrawn="1"/>
        </p:nvPicPr>
        <p:blipFill>
          <a:blip r:embed="rId2">
            <a:alphaModFix/>
          </a:blip>
          <a:srcRect l="8781" t="6896" r="17132" b="35147"/>
          <a:stretch>
            <a:fillRect/>
          </a:stretch>
        </p:blipFill>
        <p:spPr>
          <a:xfrm flipH="1">
            <a:off x="-13447" y="1207686"/>
            <a:ext cx="8074152" cy="7049811"/>
          </a:xfrm>
          <a:prstGeom prst="rect">
            <a:avLst/>
          </a:prstGeom>
        </p:spPr>
      </p:pic>
      <p:pic>
        <p:nvPicPr>
          <p:cNvPr id="5" name="Picture 4">
            <a:extLst>
              <a:ext uri="{FF2B5EF4-FFF2-40B4-BE49-F238E27FC236}">
                <a16:creationId xmlns:a16="http://schemas.microsoft.com/office/drawing/2014/main" id="{C6338631-32E9-2042-4333-AB95B0F4279C}"/>
              </a:ext>
            </a:extLst>
          </p:cNvPr>
          <p:cNvPicPr>
            <a:picLocks noChangeAspect="1"/>
          </p:cNvPicPr>
          <p:nvPr userDrawn="1"/>
        </p:nvPicPr>
        <p:blipFill>
          <a:blip r:embed="rId3"/>
          <a:srcRect l="4692" t="-1" b="17837"/>
          <a:stretch>
            <a:fillRect/>
          </a:stretch>
        </p:blipFill>
        <p:spPr>
          <a:xfrm>
            <a:off x="1143432" y="3041657"/>
            <a:ext cx="7206239" cy="3594100"/>
          </a:xfrm>
          <a:prstGeom prst="rect">
            <a:avLst/>
          </a:prstGeom>
        </p:spPr>
      </p:pic>
      <p:sp>
        <p:nvSpPr>
          <p:cNvPr id="2" name="Title 1">
            <a:extLst>
              <a:ext uri="{FF2B5EF4-FFF2-40B4-BE49-F238E27FC236}">
                <a16:creationId xmlns:a16="http://schemas.microsoft.com/office/drawing/2014/main" id="{AEE7E6AB-6FE3-7D9B-DFD4-EDDA0A2ACCFF}"/>
              </a:ext>
            </a:extLst>
          </p:cNvPr>
          <p:cNvSpPr>
            <a:spLocks noGrp="1"/>
          </p:cNvSpPr>
          <p:nvPr>
            <p:ph type="ctrTitle" hasCustomPrompt="1"/>
          </p:nvPr>
        </p:nvSpPr>
        <p:spPr>
          <a:xfrm>
            <a:off x="1143000" y="2047875"/>
            <a:ext cx="6369050" cy="2657475"/>
          </a:xfrm>
        </p:spPr>
        <p:txBody>
          <a:bodyPr anchor="t"/>
          <a:lstStyle>
            <a:lvl1pPr algn="l">
              <a:lnSpc>
                <a:spcPct val="75000"/>
              </a:lnSpc>
              <a:defRPr sz="6000"/>
            </a:lvl1pPr>
          </a:lstStyle>
          <a:p>
            <a:r>
              <a:rPr lang="en-US"/>
              <a:t>Click to Add Deck Title Here</a:t>
            </a:r>
          </a:p>
        </p:txBody>
      </p:sp>
      <p:pic>
        <p:nvPicPr>
          <p:cNvPr id="19" name="Picture 18">
            <a:extLst>
              <a:ext uri="{FF2B5EF4-FFF2-40B4-BE49-F238E27FC236}">
                <a16:creationId xmlns:a16="http://schemas.microsoft.com/office/drawing/2014/main" id="{025259E3-6EA2-42BB-111A-9076E3B61A7E}"/>
              </a:ext>
            </a:extLst>
          </p:cNvPr>
          <p:cNvPicPr>
            <a:picLocks noChangeAspect="1"/>
          </p:cNvPicPr>
          <p:nvPr userDrawn="1"/>
        </p:nvPicPr>
        <p:blipFill>
          <a:blip r:embed="rId4"/>
          <a:stretch>
            <a:fillRect/>
          </a:stretch>
        </p:blipFill>
        <p:spPr>
          <a:xfrm>
            <a:off x="1168256" y="571500"/>
            <a:ext cx="1125416" cy="304800"/>
          </a:xfrm>
          <a:prstGeom prst="rect">
            <a:avLst/>
          </a:prstGeom>
        </p:spPr>
      </p:pic>
      <p:sp>
        <p:nvSpPr>
          <p:cNvPr id="18" name="TextBox 17">
            <a:extLst>
              <a:ext uri="{FF2B5EF4-FFF2-40B4-BE49-F238E27FC236}">
                <a16:creationId xmlns:a16="http://schemas.microsoft.com/office/drawing/2014/main" id="{598415CF-35B4-6C8F-9D09-4C460CDC0F9D}"/>
              </a:ext>
            </a:extLst>
          </p:cNvPr>
          <p:cNvSpPr txBox="1"/>
          <p:nvPr userDrawn="1"/>
        </p:nvSpPr>
        <p:spPr>
          <a:xfrm rot="5400000">
            <a:off x="878044" y="7367900"/>
            <a:ext cx="571501" cy="269952"/>
          </a:xfrm>
          <a:prstGeom prst="rect">
            <a:avLst/>
          </a:prstGeom>
          <a:noFill/>
        </p:spPr>
        <p:txBody>
          <a:bodyPr vert="vert270" wrap="square" lIns="0" tIns="54864" rIns="0" bIns="0" rtlCol="0" anchor="ctr" anchorCtr="0">
            <a:noAutofit/>
          </a:bodyPr>
          <a:lstStyle/>
          <a:p>
            <a:pPr algn="r"/>
            <a:r>
              <a:rPr lang="en-US" sz="1200" b="0" i="0">
                <a:solidFill>
                  <a:schemeClr val="bg1">
                    <a:alpha val="40000"/>
                  </a:schemeClr>
                </a:solidFill>
                <a:latin typeface="+mn-lt"/>
              </a:rPr>
              <a:t>©</a:t>
            </a:r>
          </a:p>
        </p:txBody>
      </p:sp>
      <p:sp>
        <p:nvSpPr>
          <p:cNvPr id="23" name="TextBox 22">
            <a:extLst>
              <a:ext uri="{FF2B5EF4-FFF2-40B4-BE49-F238E27FC236}">
                <a16:creationId xmlns:a16="http://schemas.microsoft.com/office/drawing/2014/main" id="{95696D38-5DDA-755A-650C-DD4EBFD24B03}"/>
              </a:ext>
            </a:extLst>
          </p:cNvPr>
          <p:cNvSpPr txBox="1">
            <a:spLocks/>
          </p:cNvSpPr>
          <p:nvPr userDrawn="1"/>
        </p:nvSpPr>
        <p:spPr>
          <a:xfrm>
            <a:off x="1674572" y="7210973"/>
            <a:ext cx="182880" cy="576072"/>
          </a:xfrm>
          <a:prstGeom prst="rect">
            <a:avLst/>
          </a:prstGeom>
          <a:noFill/>
        </p:spPr>
        <p:txBody>
          <a:bodyPr wrap="square" lIns="0" tIns="0" rIns="0" bIns="18288" rtlCol="0" anchor="ctr">
            <a:spAutoFit/>
          </a:bodyPr>
          <a:lstStyle/>
          <a:p>
            <a:pPr algn="ctr"/>
            <a:r>
              <a:rPr lang="en-US" sz="1200">
                <a:solidFill>
                  <a:schemeClr val="bg1">
                    <a:alpha val="35000"/>
                  </a:schemeClr>
                </a:solidFill>
                <a:latin typeface="+mn-lt"/>
              </a:rPr>
              <a:t>|</a:t>
            </a:r>
          </a:p>
        </p:txBody>
      </p:sp>
      <p:sp>
        <p:nvSpPr>
          <p:cNvPr id="27" name="Date Placeholder 26">
            <a:extLst>
              <a:ext uri="{FF2B5EF4-FFF2-40B4-BE49-F238E27FC236}">
                <a16:creationId xmlns:a16="http://schemas.microsoft.com/office/drawing/2014/main" id="{34F318AE-E5AA-DD69-F95D-55E026FF61E6}"/>
              </a:ext>
            </a:extLst>
          </p:cNvPr>
          <p:cNvSpPr>
            <a:spLocks noGrp="1"/>
          </p:cNvSpPr>
          <p:nvPr>
            <p:ph type="dt" sz="half" idx="24"/>
          </p:nvPr>
        </p:nvSpPr>
        <p:spPr>
          <a:xfrm>
            <a:off x="1306505" y="7206849"/>
            <a:ext cx="406918" cy="580196"/>
          </a:xfrm>
        </p:spPr>
        <p:txBody>
          <a:bodyPr/>
          <a:lstStyle/>
          <a:p>
            <a:r>
              <a:rPr lang="en-US"/>
              <a:t>2026</a:t>
            </a:r>
          </a:p>
        </p:txBody>
      </p:sp>
      <p:sp>
        <p:nvSpPr>
          <p:cNvPr id="28" name="Footer Placeholder 27">
            <a:extLst>
              <a:ext uri="{FF2B5EF4-FFF2-40B4-BE49-F238E27FC236}">
                <a16:creationId xmlns:a16="http://schemas.microsoft.com/office/drawing/2014/main" id="{79A1E0B0-CAEE-8FB9-8CD5-305C5F5874A9}"/>
              </a:ext>
            </a:extLst>
          </p:cNvPr>
          <p:cNvSpPr>
            <a:spLocks noGrp="1"/>
          </p:cNvSpPr>
          <p:nvPr>
            <p:ph type="ftr" sz="quarter" idx="25"/>
          </p:nvPr>
        </p:nvSpPr>
        <p:spPr>
          <a:xfrm>
            <a:off x="1868864" y="7217127"/>
            <a:ext cx="4133850" cy="576072"/>
          </a:xfrm>
        </p:spPr>
        <p:txBody>
          <a:bodyPr/>
          <a:lstStyle/>
          <a:p>
            <a:r>
              <a:rPr lang="en-US"/>
              <a:t>Confidential</a:t>
            </a:r>
          </a:p>
        </p:txBody>
      </p:sp>
      <p:pic>
        <p:nvPicPr>
          <p:cNvPr id="7" name="Picture 6" descr="A white and black sign with black border&#10;&#10;AI-generated content may be incorrect.">
            <a:extLst>
              <a:ext uri="{FF2B5EF4-FFF2-40B4-BE49-F238E27FC236}">
                <a16:creationId xmlns:a16="http://schemas.microsoft.com/office/drawing/2014/main" id="{071E2058-FA89-5805-7623-3AC52253238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3144500" y="6729413"/>
            <a:ext cx="928688" cy="928688"/>
          </a:xfrm>
          <a:prstGeom prst="rect">
            <a:avLst/>
          </a:prstGeom>
        </p:spPr>
      </p:pic>
    </p:spTree>
    <p:extLst>
      <p:ext uri="{BB962C8B-B14F-4D97-AF65-F5344CB8AC3E}">
        <p14:creationId xmlns:p14="http://schemas.microsoft.com/office/powerpoint/2010/main" val="2054274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CB763AA-430D-335A-2540-D0E040B3E9EA}"/>
              </a:ext>
            </a:extLst>
          </p:cNvPr>
          <p:cNvSpPr>
            <a:spLocks noGrp="1"/>
          </p:cNvSpPr>
          <p:nvPr>
            <p:ph type="sldNum" sz="quarter" idx="10"/>
          </p:nvPr>
        </p:nvSpPr>
        <p:spPr/>
        <p:txBody>
          <a:bodyPr/>
          <a:lstStyle/>
          <a:p>
            <a:fld id="{0CD61465-F282-404B-A224-67BB42539063}" type="slidenum">
              <a:rPr lang="en-US" smtClean="0"/>
              <a:pPr/>
              <a:t>‹#›</a:t>
            </a:fld>
            <a:endParaRPr lang="en-US">
              <a:solidFill>
                <a:schemeClr val="bg1">
                  <a:alpha val="35000"/>
                </a:schemeClr>
              </a:solidFill>
            </a:endParaRPr>
          </a:p>
        </p:txBody>
      </p:sp>
      <p:sp>
        <p:nvSpPr>
          <p:cNvPr id="4" name="Date Placeholder 3">
            <a:extLst>
              <a:ext uri="{FF2B5EF4-FFF2-40B4-BE49-F238E27FC236}">
                <a16:creationId xmlns:a16="http://schemas.microsoft.com/office/drawing/2014/main" id="{03BF0E9D-BD77-6F56-FF75-FEA6E1C57664}"/>
              </a:ext>
            </a:extLst>
          </p:cNvPr>
          <p:cNvSpPr>
            <a:spLocks noGrp="1"/>
          </p:cNvSpPr>
          <p:nvPr>
            <p:ph type="dt" sz="half" idx="11"/>
          </p:nvPr>
        </p:nvSpPr>
        <p:spPr/>
        <p:txBody>
          <a:bodyPr/>
          <a:lstStyle/>
          <a:p>
            <a:r>
              <a:rPr lang="en-US"/>
              <a:t>2026</a:t>
            </a:r>
            <a:endParaRPr lang="en-US" spc="0"/>
          </a:p>
        </p:txBody>
      </p:sp>
      <p:sp>
        <p:nvSpPr>
          <p:cNvPr id="5" name="Footer Placeholder 4">
            <a:extLst>
              <a:ext uri="{FF2B5EF4-FFF2-40B4-BE49-F238E27FC236}">
                <a16:creationId xmlns:a16="http://schemas.microsoft.com/office/drawing/2014/main" id="{0D66CD3D-E805-5CFF-1F36-E8F5E33006D0}"/>
              </a:ext>
            </a:extLst>
          </p:cNvPr>
          <p:cNvSpPr>
            <a:spLocks noGrp="1"/>
          </p:cNvSpPr>
          <p:nvPr>
            <p:ph type="ftr" sz="quarter" idx="12"/>
          </p:nvPr>
        </p:nvSpPr>
        <p:spPr/>
        <p:txBody>
          <a:bodyPr/>
          <a:lstStyle/>
          <a:p>
            <a:r>
              <a:rPr lang="en-US"/>
              <a:t>Confidential</a:t>
            </a:r>
          </a:p>
        </p:txBody>
      </p:sp>
      <p:sp>
        <p:nvSpPr>
          <p:cNvPr id="94" name="Rectangle 93">
            <a:extLst>
              <a:ext uri="{FF2B5EF4-FFF2-40B4-BE49-F238E27FC236}">
                <a16:creationId xmlns:a16="http://schemas.microsoft.com/office/drawing/2014/main" id="{02C01989-C318-772A-26B2-F5C1920993F0}"/>
              </a:ext>
            </a:extLst>
          </p:cNvPr>
          <p:cNvSpPr/>
          <p:nvPr userDrawn="1"/>
        </p:nvSpPr>
        <p:spPr>
          <a:xfrm>
            <a:off x="0" y="-1"/>
            <a:ext cx="14622154" cy="82296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x=</a:t>
            </a:r>
          </a:p>
        </p:txBody>
      </p:sp>
      <p:pic>
        <p:nvPicPr>
          <p:cNvPr id="96" name="Picture 95">
            <a:extLst>
              <a:ext uri="{FF2B5EF4-FFF2-40B4-BE49-F238E27FC236}">
                <a16:creationId xmlns:a16="http://schemas.microsoft.com/office/drawing/2014/main" id="{821B3319-0CE9-3C79-D699-72F7A9E08BFF}"/>
              </a:ext>
            </a:extLst>
          </p:cNvPr>
          <p:cNvPicPr>
            <a:picLocks noChangeAspect="1"/>
          </p:cNvPicPr>
          <p:nvPr userDrawn="1"/>
        </p:nvPicPr>
        <p:blipFill>
          <a:blip r:embed="rId3"/>
          <a:stretch>
            <a:fillRect/>
          </a:stretch>
        </p:blipFill>
        <p:spPr>
          <a:xfrm>
            <a:off x="146304" y="190500"/>
            <a:ext cx="297180" cy="271780"/>
          </a:xfrm>
          <a:prstGeom prst="rect">
            <a:avLst/>
          </a:prstGeom>
        </p:spPr>
      </p:pic>
      <p:sp>
        <p:nvSpPr>
          <p:cNvPr id="50" name="Title 1">
            <a:extLst>
              <a:ext uri="{FF2B5EF4-FFF2-40B4-BE49-F238E27FC236}">
                <a16:creationId xmlns:a16="http://schemas.microsoft.com/office/drawing/2014/main" id="{C42138AC-EE87-BC17-C6EE-A9E2CE38580D}"/>
              </a:ext>
            </a:extLst>
          </p:cNvPr>
          <p:cNvSpPr txBox="1">
            <a:spLocks/>
          </p:cNvSpPr>
          <p:nvPr userDrawn="1"/>
        </p:nvSpPr>
        <p:spPr>
          <a:xfrm>
            <a:off x="1222193" y="571500"/>
            <a:ext cx="12836708" cy="584841"/>
          </a:xfrm>
          <a:prstGeom prst="rect">
            <a:avLst/>
          </a:prstGeom>
        </p:spPr>
        <p:txBody>
          <a:bodyPr lIns="0" tIns="0" rIns="0" bIns="0"/>
          <a:lstStyle>
            <a:lvl1pPr algn="l" defTabSz="914400" rtl="0" eaLnBrk="1" latinLnBrk="0" hangingPunct="1">
              <a:lnSpc>
                <a:spcPct val="90000"/>
              </a:lnSpc>
              <a:spcBef>
                <a:spcPct val="0"/>
              </a:spcBef>
              <a:buNone/>
              <a:defRPr sz="4400" b="1" i="0" kern="1200" spc="-150">
                <a:solidFill>
                  <a:schemeClr val="bg2"/>
                </a:solidFill>
                <a:latin typeface="Aptos SemiBold" panose="020B0004020202020204" pitchFamily="34" charset="0"/>
                <a:ea typeface="+mj-ea"/>
                <a:cs typeface="+mj-cs"/>
              </a:defRPr>
            </a:lvl1pPr>
          </a:lstStyle>
          <a:p>
            <a:r>
              <a:rPr lang="en-US">
                <a:solidFill>
                  <a:schemeClr val="accent3"/>
                </a:solidFill>
              </a:rPr>
              <a:t>Quick Reference Guide</a:t>
            </a:r>
          </a:p>
        </p:txBody>
      </p:sp>
      <p:sp>
        <p:nvSpPr>
          <p:cNvPr id="51" name="TextBox 50">
            <a:extLst>
              <a:ext uri="{FF2B5EF4-FFF2-40B4-BE49-F238E27FC236}">
                <a16:creationId xmlns:a16="http://schemas.microsoft.com/office/drawing/2014/main" id="{D5481FFB-C78F-1146-DAD4-DF10EEC04F81}"/>
              </a:ext>
            </a:extLst>
          </p:cNvPr>
          <p:cNvSpPr txBox="1"/>
          <p:nvPr userDrawn="1">
            <p:custDataLst>
              <p:tags r:id="rId1"/>
            </p:custDataLst>
          </p:nvPr>
        </p:nvSpPr>
        <p:spPr>
          <a:xfrm>
            <a:off x="1241813" y="1457325"/>
            <a:ext cx="4081698" cy="6214329"/>
          </a:xfrm>
          <a:prstGeom prst="rect">
            <a:avLst/>
          </a:prstGeom>
          <a:noFill/>
        </p:spPr>
        <p:txBody>
          <a:bodyPr wrap="square" lIns="0" tIns="0" rIns="0" bIns="0" rtlCol="0">
            <a:noAutofit/>
          </a:bodyPr>
          <a:lstStyle/>
          <a:p>
            <a:r>
              <a:rPr lang="en-US" sz="1600" spc="-20" baseline="0">
                <a:solidFill>
                  <a:schemeClr val="accent3"/>
                </a:solidFill>
                <a:latin typeface="Aptos" panose="020B0004020202020204" pitchFamily="34" charset="0"/>
              </a:rPr>
              <a:t>This template has predesigned slide layouts—such as intro slides, content slides, and section divider slides—with predetermined colors, fonts, and compositions that will optimize</a:t>
            </a:r>
            <a:br>
              <a:rPr lang="en-US" sz="1600" spc="-20" baseline="0">
                <a:solidFill>
                  <a:schemeClr val="accent3"/>
                </a:solidFill>
                <a:latin typeface="Aptos" panose="020B0004020202020204" pitchFamily="34" charset="0"/>
              </a:rPr>
            </a:br>
            <a:r>
              <a:rPr lang="en-US" sz="1600" spc="-20" baseline="0">
                <a:solidFill>
                  <a:schemeClr val="accent3"/>
                </a:solidFill>
                <a:latin typeface="Aptos" panose="020B0004020202020204" pitchFamily="34" charset="0"/>
              </a:rPr>
              <a:t>your process when creating presentation decks. The template provides a pre-set structure so</a:t>
            </a:r>
            <a:br>
              <a:rPr lang="en-US" sz="1600" spc="-20" baseline="0">
                <a:solidFill>
                  <a:schemeClr val="accent3"/>
                </a:solidFill>
                <a:latin typeface="Aptos" panose="020B0004020202020204" pitchFamily="34" charset="0"/>
              </a:rPr>
            </a:br>
            <a:r>
              <a:rPr lang="en-US" sz="1600" spc="-20" baseline="0">
                <a:solidFill>
                  <a:schemeClr val="accent3"/>
                </a:solidFill>
                <a:latin typeface="Aptos" panose="020B0004020202020204" pitchFamily="34" charset="0"/>
              </a:rPr>
              <a:t>you can focus on content over composition.</a:t>
            </a:r>
          </a:p>
          <a:p>
            <a:pPr>
              <a:lnSpc>
                <a:spcPct val="85000"/>
              </a:lnSpc>
            </a:pPr>
            <a:endParaRPr lang="en-US" sz="1800">
              <a:solidFill>
                <a:schemeClr val="bg2"/>
              </a:solidFill>
              <a:latin typeface="Aptos" panose="020B0004020202020204" pitchFamily="34" charset="0"/>
            </a:endParaRPr>
          </a:p>
          <a:p>
            <a:r>
              <a:rPr lang="en-US" sz="1600" b="1">
                <a:latin typeface="Aptos SemiBold" panose="020B0004020202020204" pitchFamily="34" charset="0"/>
              </a:rPr>
              <a:t>How to organize your deck</a:t>
            </a:r>
          </a:p>
          <a:p>
            <a:r>
              <a:rPr lang="en-US" sz="1600">
                <a:latin typeface="Aptos Light" panose="020B0004020202020204" pitchFamily="34" charset="0"/>
              </a:rPr>
              <a:t>On the left side of the PowerPoint window,</a:t>
            </a:r>
            <a:br>
              <a:rPr lang="en-US" sz="1600">
                <a:latin typeface="Aptos Light" panose="020B0004020202020204" pitchFamily="34" charset="0"/>
              </a:rPr>
            </a:br>
            <a:r>
              <a:rPr lang="en-US" sz="1600">
                <a:latin typeface="Aptos Light" panose="020B0004020202020204" pitchFamily="34" charset="0"/>
              </a:rPr>
              <a:t>you'll see the slide thumbnail pane showing</a:t>
            </a:r>
          </a:p>
          <a:p>
            <a:r>
              <a:rPr lang="en-US" sz="1600">
                <a:latin typeface="Aptos Light" panose="020B0004020202020204" pitchFamily="34" charset="0"/>
              </a:rPr>
              <a:t>the presentation’s existing slides. We have</a:t>
            </a:r>
          </a:p>
          <a:p>
            <a:r>
              <a:rPr lang="en-US" sz="1600">
                <a:latin typeface="Aptos Light" panose="020B0004020202020204" pitchFamily="34" charset="0"/>
              </a:rPr>
              <a:t>pre-populated the deck with this instructional slide, plus a group of sample slides for your reference. You can delete the sample slides</a:t>
            </a:r>
          </a:p>
          <a:p>
            <a:r>
              <a:rPr lang="en-US" sz="1600">
                <a:latin typeface="Aptos Light" panose="020B0004020202020204" pitchFamily="34" charset="0"/>
              </a:rPr>
              <a:t>from your presentation as needed when you</a:t>
            </a:r>
          </a:p>
          <a:p>
            <a:r>
              <a:rPr lang="en-US" sz="1600">
                <a:latin typeface="Aptos Light" panose="020B0004020202020204" pitchFamily="34" charset="0"/>
              </a:rPr>
              <a:t>are building your own deck.</a:t>
            </a:r>
          </a:p>
          <a:p>
            <a:r>
              <a:rPr lang="en-US" sz="1600">
                <a:latin typeface="Aptos Light" panose="020B0004020202020204" pitchFamily="34" charset="0"/>
              </a:rPr>
              <a:t> </a:t>
            </a:r>
          </a:p>
          <a:p>
            <a:r>
              <a:rPr lang="en-US" sz="1600" b="1">
                <a:latin typeface="Aptos SemiBold" panose="020B0004020202020204" pitchFamily="34" charset="0"/>
              </a:rPr>
              <a:t>How to add new slides</a:t>
            </a:r>
          </a:p>
          <a:p>
            <a:r>
              <a:rPr lang="en-US" sz="1600">
                <a:latin typeface="Aptos Light" panose="020B0004020202020204" pitchFamily="34" charset="0"/>
              </a:rPr>
              <a:t>Click the drop-down arrow next to the</a:t>
            </a:r>
          </a:p>
          <a:p>
            <a:r>
              <a:rPr lang="en-US" sz="1600" i="1">
                <a:solidFill>
                  <a:schemeClr val="accent3"/>
                </a:solidFill>
                <a:latin typeface="Aptos" panose="020B0004020202020204" pitchFamily="34" charset="0"/>
              </a:rPr>
              <a:t>NEW SLIDE </a:t>
            </a:r>
            <a:r>
              <a:rPr lang="en-US" sz="1600">
                <a:latin typeface="Aptos Light" panose="020B0004020202020204" pitchFamily="34" charset="0"/>
              </a:rPr>
              <a:t>button on the ribbon under</a:t>
            </a:r>
          </a:p>
          <a:p>
            <a:r>
              <a:rPr lang="en-US" sz="1600">
                <a:latin typeface="Aptos Light" panose="020B0004020202020204" pitchFamily="34" charset="0"/>
              </a:rPr>
              <a:t>the </a:t>
            </a:r>
            <a:r>
              <a:rPr lang="en-US" sz="1600" i="1">
                <a:solidFill>
                  <a:schemeClr val="accent3"/>
                </a:solidFill>
                <a:latin typeface="Aptos" panose="020B0004020202020204" pitchFamily="34" charset="0"/>
              </a:rPr>
              <a:t>HOME</a:t>
            </a:r>
            <a:r>
              <a:rPr lang="en-US" sz="1600" i="1">
                <a:latin typeface="Aptos Light" panose="020B0004020202020204" pitchFamily="34" charset="0"/>
              </a:rPr>
              <a:t> </a:t>
            </a:r>
            <a:r>
              <a:rPr lang="en-US" sz="1600">
                <a:latin typeface="Aptos Light" panose="020B0004020202020204" pitchFamily="34" charset="0"/>
              </a:rPr>
              <a:t>tab. Browse the available master layouts and select the one best suited for</a:t>
            </a:r>
          </a:p>
          <a:p>
            <a:r>
              <a:rPr lang="en-US" sz="1600">
                <a:latin typeface="Aptos Light" panose="020B0004020202020204" pitchFamily="34" charset="0"/>
              </a:rPr>
              <a:t>your content. This could be a title slide,</a:t>
            </a:r>
          </a:p>
          <a:p>
            <a:r>
              <a:rPr lang="en-US" sz="1600">
                <a:latin typeface="Aptos Light" panose="020B0004020202020204" pitchFamily="34" charset="0"/>
              </a:rPr>
              <a:t>content slide or section slide, etc. </a:t>
            </a:r>
          </a:p>
        </p:txBody>
      </p:sp>
      <p:sp>
        <p:nvSpPr>
          <p:cNvPr id="52" name="TextBox 51">
            <a:extLst>
              <a:ext uri="{FF2B5EF4-FFF2-40B4-BE49-F238E27FC236}">
                <a16:creationId xmlns:a16="http://schemas.microsoft.com/office/drawing/2014/main" id="{5BCF39E8-1D05-E33A-22B1-CDD8ADDC6BCC}"/>
              </a:ext>
            </a:extLst>
          </p:cNvPr>
          <p:cNvSpPr txBox="1"/>
          <p:nvPr userDrawn="1"/>
        </p:nvSpPr>
        <p:spPr>
          <a:xfrm>
            <a:off x="5507039" y="1457325"/>
            <a:ext cx="4186236" cy="6214333"/>
          </a:xfrm>
          <a:prstGeom prst="rect">
            <a:avLst/>
          </a:prstGeom>
          <a:noFill/>
        </p:spPr>
        <p:txBody>
          <a:bodyPr wrap="square" lIns="0" tIns="0" rIns="0" bIns="0" rtlCol="0">
            <a:noAutofit/>
          </a:bodyPr>
          <a:lstStyle/>
          <a:p>
            <a:r>
              <a:rPr lang="en-US" sz="1600" b="1">
                <a:latin typeface="Aptos SemiBold" panose="020B0004020202020204" pitchFamily="34" charset="0"/>
              </a:rPr>
              <a:t>How to add content</a:t>
            </a:r>
          </a:p>
          <a:p>
            <a:r>
              <a:rPr lang="en-US" sz="1600">
                <a:latin typeface="Aptos Light" panose="020B0004020202020204" pitchFamily="34" charset="0"/>
              </a:rPr>
              <a:t>After inserting the new slide, click on the placeholder text to enter your information.</a:t>
            </a:r>
          </a:p>
          <a:p>
            <a:r>
              <a:rPr lang="en-US" sz="1600">
                <a:latin typeface="Aptos Light" panose="020B0004020202020204" pitchFamily="34" charset="0"/>
              </a:rPr>
              <a:t>Insert images, charts, or other media by</a:t>
            </a:r>
          </a:p>
          <a:p>
            <a:r>
              <a:rPr lang="en-US" sz="1600">
                <a:latin typeface="Aptos Light" panose="020B0004020202020204" pitchFamily="34" charset="0"/>
              </a:rPr>
              <a:t>clicking on the relevant placeholder icon.</a:t>
            </a:r>
          </a:p>
          <a:p>
            <a:endParaRPr lang="en-US" sz="1600">
              <a:latin typeface="Aptos Light" panose="020B0004020202020204" pitchFamily="34" charset="0"/>
            </a:endParaRPr>
          </a:p>
          <a:p>
            <a:r>
              <a:rPr lang="en-US" sz="1600" b="1">
                <a:latin typeface="Aptos SemiBold" panose="020B0004020202020204" pitchFamily="34" charset="0"/>
              </a:rPr>
              <a:t>How to maintain consistency</a:t>
            </a:r>
          </a:p>
          <a:p>
            <a:r>
              <a:rPr lang="en-US" sz="1600">
                <a:latin typeface="Aptos Light" panose="020B0004020202020204" pitchFamily="34" charset="0"/>
              </a:rPr>
              <a:t>As you build your presentation, stick to the template’s color palette, font choices, and</a:t>
            </a:r>
          </a:p>
          <a:p>
            <a:r>
              <a:rPr lang="en-US" sz="1600">
                <a:latin typeface="Aptos Light" panose="020B0004020202020204" pitchFamily="34" charset="0"/>
              </a:rPr>
              <a:t>overall design. This consistency will help</a:t>
            </a:r>
          </a:p>
          <a:p>
            <a:r>
              <a:rPr lang="en-US" sz="1600">
                <a:latin typeface="Aptos Light" panose="020B0004020202020204" pitchFamily="34" charset="0"/>
              </a:rPr>
              <a:t>create a professional look and feel.</a:t>
            </a:r>
          </a:p>
          <a:p>
            <a:endParaRPr lang="en-US" sz="1600">
              <a:latin typeface="Aptos Light" panose="020B0004020202020204" pitchFamily="34" charset="0"/>
            </a:endParaRPr>
          </a:p>
          <a:p>
            <a:r>
              <a:rPr lang="en-US" sz="1600" b="1">
                <a:latin typeface="Aptos SemiBold" panose="020B0004020202020204" pitchFamily="34" charset="0"/>
              </a:rPr>
              <a:t>How to help your audience</a:t>
            </a:r>
          </a:p>
          <a:p>
            <a:r>
              <a:rPr lang="en-US" sz="1600">
                <a:latin typeface="Aptos Light" panose="020B0004020202020204" pitchFamily="34" charset="0"/>
              </a:rPr>
              <a:t>Less is usually more. Typographic hierarchy directs the audience to the most important elements first, leading them through content</a:t>
            </a:r>
            <a:br>
              <a:rPr lang="en-US" sz="1600">
                <a:latin typeface="Aptos Light" panose="020B0004020202020204" pitchFamily="34" charset="0"/>
              </a:rPr>
            </a:br>
            <a:r>
              <a:rPr lang="en-US" sz="1600">
                <a:latin typeface="Aptos Light" panose="020B0004020202020204" pitchFamily="34" charset="0"/>
              </a:rPr>
              <a:t>in a logical way. Use the eight levels of text hierarchy preestablished in the template as</a:t>
            </a:r>
            <a:br>
              <a:rPr lang="en-US" sz="1600">
                <a:latin typeface="Aptos Light" panose="020B0004020202020204" pitchFamily="34" charset="0"/>
              </a:rPr>
            </a:br>
            <a:r>
              <a:rPr lang="en-US" sz="1600">
                <a:latin typeface="Aptos Light" panose="020B0004020202020204" pitchFamily="34" charset="0"/>
              </a:rPr>
              <a:t>a standard </a:t>
            </a:r>
            <a:r>
              <a:rPr lang="en-US" sz="1600">
                <a:solidFill>
                  <a:schemeClr val="accent3"/>
                </a:solidFill>
                <a:latin typeface="Aptos Light" panose="020B0004020202020204" pitchFamily="34" charset="0"/>
              </a:rPr>
              <a:t>(see </a:t>
            </a:r>
            <a:r>
              <a:rPr lang="en-US" sz="1600" b="0" i="1">
                <a:solidFill>
                  <a:schemeClr val="accent3"/>
                </a:solidFill>
                <a:latin typeface="Aptos Light" panose="020B0004020202020204" pitchFamily="34" charset="0"/>
              </a:rPr>
              <a:t>Type Ramp</a:t>
            </a:r>
            <a:r>
              <a:rPr lang="en-US" sz="1600">
                <a:solidFill>
                  <a:schemeClr val="accent3"/>
                </a:solidFill>
                <a:latin typeface="Aptos Light" panose="020B0004020202020204" pitchFamily="34" charset="0"/>
              </a:rPr>
              <a:t>)</a:t>
            </a:r>
            <a:r>
              <a:rPr lang="en-US" sz="1600">
                <a:solidFill>
                  <a:schemeClr val="tx1"/>
                </a:solidFill>
                <a:latin typeface="Aptos Light" panose="020B0004020202020204" pitchFamily="34" charset="0"/>
              </a:rPr>
              <a:t>.</a:t>
            </a:r>
            <a:r>
              <a:rPr lang="en-US" sz="1600">
                <a:solidFill>
                  <a:schemeClr val="accent3"/>
                </a:solidFill>
                <a:latin typeface="Aptos Light" panose="020B0004020202020204" pitchFamily="34" charset="0"/>
              </a:rPr>
              <a:t> </a:t>
            </a:r>
            <a:r>
              <a:rPr lang="en-US" sz="1600">
                <a:latin typeface="Aptos Light" panose="020B0004020202020204" pitchFamily="34" charset="0"/>
              </a:rPr>
              <a:t>Varying from this ramp should be an exception, not the rule. </a:t>
            </a:r>
          </a:p>
          <a:p>
            <a:r>
              <a:rPr lang="en-US" sz="1600">
                <a:latin typeface="Aptos Light" panose="020B0004020202020204" pitchFamily="34" charset="0"/>
              </a:rPr>
              <a:t> </a:t>
            </a:r>
          </a:p>
          <a:p>
            <a:r>
              <a:rPr lang="en-US" sz="1600" b="1">
                <a:latin typeface="Aptos SemiBold" panose="020B0004020202020204" pitchFamily="34" charset="0"/>
              </a:rPr>
              <a:t>How to save your file</a:t>
            </a:r>
          </a:p>
          <a:p>
            <a:r>
              <a:rPr lang="en-US" sz="1600">
                <a:latin typeface="Aptos Light" panose="020B0004020202020204" pitchFamily="34" charset="0"/>
              </a:rPr>
              <a:t>Don’t forget to save your file with</a:t>
            </a:r>
          </a:p>
          <a:p>
            <a:r>
              <a:rPr lang="en-US" sz="1600">
                <a:latin typeface="Aptos Light" panose="020B0004020202020204" pitchFamily="34" charset="0"/>
              </a:rPr>
              <a:t>a unique file name by clicking</a:t>
            </a:r>
          </a:p>
          <a:p>
            <a:r>
              <a:rPr lang="en-US" sz="1600" i="1">
                <a:solidFill>
                  <a:schemeClr val="accent3"/>
                </a:solidFill>
                <a:latin typeface="Aptos" panose="020B0004020202020204" pitchFamily="34" charset="0"/>
              </a:rPr>
              <a:t>FILE</a:t>
            </a:r>
            <a:r>
              <a:rPr lang="en-US" sz="1600" i="1">
                <a:solidFill>
                  <a:schemeClr val="accent3"/>
                </a:solidFill>
                <a:latin typeface="Aptos Light" panose="020B0004020202020204" pitchFamily="34" charset="0"/>
              </a:rPr>
              <a:t> </a:t>
            </a:r>
            <a:r>
              <a:rPr lang="en-US" sz="1600">
                <a:latin typeface="Aptos Light" panose="020B0004020202020204" pitchFamily="34" charset="0"/>
              </a:rPr>
              <a:t>and then </a:t>
            </a:r>
            <a:r>
              <a:rPr lang="en-US" sz="1600" i="1">
                <a:solidFill>
                  <a:schemeClr val="accent3"/>
                </a:solidFill>
                <a:latin typeface="Aptos" panose="020B0004020202020204" pitchFamily="34" charset="0"/>
              </a:rPr>
              <a:t>SAVE AS</a:t>
            </a:r>
            <a:r>
              <a:rPr lang="en-US" sz="1600" i="1">
                <a:solidFill>
                  <a:schemeClr val="tx1"/>
                </a:solidFill>
                <a:latin typeface="Aptos" panose="020B0004020202020204" pitchFamily="34" charset="0"/>
              </a:rPr>
              <a:t>.</a:t>
            </a:r>
          </a:p>
          <a:p>
            <a:endParaRPr lang="en-US" sz="1600">
              <a:latin typeface="Aptos Light" panose="020B0004020202020204" pitchFamily="34" charset="0"/>
            </a:endParaRPr>
          </a:p>
        </p:txBody>
      </p:sp>
      <p:grpSp>
        <p:nvGrpSpPr>
          <p:cNvPr id="53" name="Group 52">
            <a:extLst>
              <a:ext uri="{FF2B5EF4-FFF2-40B4-BE49-F238E27FC236}">
                <a16:creationId xmlns:a16="http://schemas.microsoft.com/office/drawing/2014/main" id="{E6008FAE-E87A-9FAE-73B9-7D80C6985F51}"/>
              </a:ext>
            </a:extLst>
          </p:cNvPr>
          <p:cNvGrpSpPr/>
          <p:nvPr userDrawn="1"/>
        </p:nvGrpSpPr>
        <p:grpSpPr>
          <a:xfrm>
            <a:off x="9871075" y="840957"/>
            <a:ext cx="4211666" cy="2549256"/>
            <a:chOff x="9871075" y="840957"/>
            <a:chExt cx="4211666" cy="2549256"/>
          </a:xfrm>
        </p:grpSpPr>
        <p:sp>
          <p:nvSpPr>
            <p:cNvPr id="54" name="Text Placeholder 3">
              <a:extLst>
                <a:ext uri="{FF2B5EF4-FFF2-40B4-BE49-F238E27FC236}">
                  <a16:creationId xmlns:a16="http://schemas.microsoft.com/office/drawing/2014/main" id="{A7682D6F-7177-FFB7-50D7-CD976BAA06A6}"/>
                </a:ext>
              </a:extLst>
            </p:cNvPr>
            <p:cNvSpPr txBox="1">
              <a:spLocks/>
            </p:cNvSpPr>
            <p:nvPr userDrawn="1"/>
          </p:nvSpPr>
          <p:spPr>
            <a:xfrm>
              <a:off x="10058400" y="1357675"/>
              <a:ext cx="3873818" cy="1167217"/>
            </a:xfrm>
            <a:prstGeom prst="rect">
              <a:avLst/>
            </a:prstGeom>
          </p:spPr>
          <p:txBody>
            <a:bodyPr vert="horz" lIns="0" tIns="0" rIns="0" bIns="0" rtlCol="0">
              <a:noAutofit/>
            </a:bodyPr>
            <a:lstStyle>
              <a:lvl1pPr marL="0" indent="0" algn="l" defTabSz="914400" rtl="0" eaLnBrk="1" latinLnBrk="0" hangingPunct="1">
                <a:lnSpc>
                  <a:spcPts val="1800"/>
                </a:lnSpc>
                <a:spcBef>
                  <a:spcPts val="0"/>
                </a:spcBef>
                <a:spcAft>
                  <a:spcPts val="1200"/>
                </a:spcAft>
                <a:buFont typeface="Arial" panose="020B0604020202020204" pitchFamily="34" charset="0"/>
                <a:buNone/>
                <a:defRPr sz="1700" b="1" i="0" kern="1200">
                  <a:solidFill>
                    <a:schemeClr val="bg2"/>
                  </a:solidFill>
                  <a:latin typeface="Aptos" panose="020B0004020202020204" pitchFamily="34" charset="0"/>
                  <a:ea typeface="+mn-ea"/>
                  <a:cs typeface="+mn-cs"/>
                </a:defRPr>
              </a:lvl1pPr>
              <a:lvl2pPr marL="0" indent="0" algn="l" defTabSz="914400" rtl="0" eaLnBrk="1" latinLnBrk="0" hangingPunct="1">
                <a:lnSpc>
                  <a:spcPts val="1600"/>
                </a:lnSpc>
                <a:spcBef>
                  <a:spcPts val="0"/>
                </a:spcBef>
                <a:spcAft>
                  <a:spcPts val="1200"/>
                </a:spcAft>
                <a:buFont typeface="Arial" panose="020B0604020202020204" pitchFamily="34" charset="0"/>
                <a:buNone/>
                <a:tabLst/>
                <a:defRPr sz="1400" b="1" i="0" kern="1200">
                  <a:solidFill>
                    <a:schemeClr val="tx1"/>
                  </a:solidFill>
                  <a:latin typeface="Aptos SemiBold" panose="020B0004020202020204" pitchFamily="34" charset="0"/>
                  <a:ea typeface="+mn-ea"/>
                  <a:cs typeface="+mn-cs"/>
                </a:defRPr>
              </a:lvl2pPr>
              <a:lvl3pPr marL="0" indent="0" algn="l" defTabSz="914400" rtl="0" eaLnBrk="1" latinLnBrk="0" hangingPunct="1">
                <a:lnSpc>
                  <a:spcPts val="1600"/>
                </a:lnSpc>
                <a:spcBef>
                  <a:spcPts val="0"/>
                </a:spcBef>
                <a:spcAft>
                  <a:spcPts val="1200"/>
                </a:spcAft>
                <a:buClr>
                  <a:schemeClr val="bg2"/>
                </a:buClr>
                <a:buFontTx/>
                <a:buNone/>
                <a:tabLst/>
                <a:defRPr sz="1400" b="0" i="0" kern="1200">
                  <a:solidFill>
                    <a:schemeClr val="tx1"/>
                  </a:solidFill>
                  <a:latin typeface="Aptos Light" panose="020B0004020202020204" pitchFamily="34" charset="0"/>
                  <a:ea typeface="+mn-ea"/>
                  <a:cs typeface="+mn-cs"/>
                </a:defRPr>
              </a:lvl3pPr>
              <a:lvl4pPr marL="0" indent="0" algn="l" defTabSz="914400" rtl="0" eaLnBrk="1" latinLnBrk="0" hangingPunct="1">
                <a:lnSpc>
                  <a:spcPts val="1550"/>
                </a:lnSpc>
                <a:spcBef>
                  <a:spcPts val="0"/>
                </a:spcBef>
                <a:spcAft>
                  <a:spcPts val="1200"/>
                </a:spcAft>
                <a:buClr>
                  <a:schemeClr val="bg2"/>
                </a:buClr>
                <a:buFontTx/>
                <a:buNone/>
                <a:tabLst/>
                <a:defRPr sz="1300" b="1" i="0" kern="1200">
                  <a:solidFill>
                    <a:schemeClr val="tx1"/>
                  </a:solidFill>
                  <a:latin typeface="Aptos SemiBold" panose="020B0004020202020204" pitchFamily="34" charset="0"/>
                  <a:ea typeface="+mn-ea"/>
                  <a:cs typeface="+mn-cs"/>
                </a:defRPr>
              </a:lvl4pPr>
              <a:lvl5pPr marL="228600" indent="-219456" algn="l" defTabSz="914400" rtl="0" eaLnBrk="1" latinLnBrk="0" hangingPunct="1">
                <a:lnSpc>
                  <a:spcPts val="1450"/>
                </a:lnSpc>
                <a:spcBef>
                  <a:spcPts val="0"/>
                </a:spcBef>
                <a:spcAft>
                  <a:spcPts val="800"/>
                </a:spcAft>
                <a:buClr>
                  <a:schemeClr val="bg2"/>
                </a:buClr>
                <a:buFont typeface="System Font Regular"/>
                <a:buChar char="—"/>
                <a:tabLst/>
                <a:defRPr sz="1250" b="0" i="0" kern="1200">
                  <a:solidFill>
                    <a:schemeClr val="tx1"/>
                  </a:solidFill>
                  <a:latin typeface="Aptos Light" panose="020B0004020202020204" pitchFamily="34" charset="0"/>
                  <a:ea typeface="+mn-ea"/>
                  <a:cs typeface="+mn-cs"/>
                </a:defRPr>
              </a:lvl5pPr>
              <a:lvl6pPr marL="393192" indent="-171450" algn="l" defTabSz="914400" rtl="0" eaLnBrk="1" latinLnBrk="0" hangingPunct="1">
                <a:lnSpc>
                  <a:spcPts val="1400"/>
                </a:lnSpc>
                <a:spcBef>
                  <a:spcPts val="0"/>
                </a:spcBef>
                <a:spcAft>
                  <a:spcPts val="800"/>
                </a:spcAft>
                <a:buClr>
                  <a:schemeClr val="bg2"/>
                </a:buClr>
                <a:buFont typeface="Wingdings" pitchFamily="2" charset="2"/>
                <a:buChar char="§"/>
                <a:tabLst/>
                <a:defRPr sz="1150" b="0" i="0" kern="1200">
                  <a:solidFill>
                    <a:schemeClr val="tx1"/>
                  </a:solidFill>
                  <a:latin typeface="Aptos Light" panose="020B0004020202020204" pitchFamily="34" charset="0"/>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2100"/>
                </a:spcAft>
              </a:pPr>
              <a:r>
                <a:rPr lang="en-US" sz="1450" b="0" spc="-10" baseline="0">
                  <a:solidFill>
                    <a:schemeClr val="accent3"/>
                  </a:solidFill>
                  <a:latin typeface="Aptos Light" panose="020B0004020202020204" pitchFamily="34" charset="0"/>
                </a:rPr>
                <a:t>Design on a grid system enables more </a:t>
              </a:r>
              <a:r>
                <a:rPr lang="en-US" sz="1450" b="0" spc="0" baseline="0">
                  <a:solidFill>
                    <a:schemeClr val="accent3"/>
                  </a:solidFill>
                  <a:latin typeface="Aptos Light" panose="020B0004020202020204" pitchFamily="34" charset="0"/>
                </a:rPr>
                <a:t>consistent slide compositions. To toggle the grid </a:t>
              </a:r>
              <a:r>
                <a:rPr lang="en-US" sz="1450" b="0" spc="-10" baseline="0">
                  <a:solidFill>
                    <a:schemeClr val="accent3"/>
                  </a:solidFill>
                  <a:latin typeface="Aptos Light" panose="020B0004020202020204" pitchFamily="34" charset="0"/>
                </a:rPr>
                <a:t>guides on</a:t>
              </a:r>
              <a:br>
                <a:rPr lang="en-US" sz="1450" b="0" spc="-10" baseline="0">
                  <a:solidFill>
                    <a:schemeClr val="accent3"/>
                  </a:solidFill>
                  <a:latin typeface="Aptos Light" panose="020B0004020202020204" pitchFamily="34" charset="0"/>
                </a:rPr>
              </a:br>
              <a:r>
                <a:rPr lang="en-US" sz="1450" b="0" spc="-10" baseline="0">
                  <a:solidFill>
                    <a:schemeClr val="accent3"/>
                  </a:solidFill>
                  <a:latin typeface="Aptos Light" panose="020B0004020202020204" pitchFamily="34" charset="0"/>
                </a:rPr>
                <a:t>and off, navigate to the </a:t>
              </a:r>
              <a:r>
                <a:rPr lang="en-US" sz="1450" b="1" i="1" spc="0" baseline="0">
                  <a:solidFill>
                    <a:schemeClr val="accent3"/>
                  </a:solidFill>
                  <a:latin typeface="Aptos SemiBold" panose="020B0004020202020204" pitchFamily="34" charset="0"/>
                </a:rPr>
                <a:t>VIEW</a:t>
              </a:r>
              <a:r>
                <a:rPr lang="en-US" sz="1450" b="0" i="1" spc="-10" baseline="0">
                  <a:solidFill>
                    <a:schemeClr val="accent3"/>
                  </a:solidFill>
                  <a:latin typeface="Aptos Light" panose="020B0004020202020204" pitchFamily="34" charset="0"/>
                </a:rPr>
                <a:t> </a:t>
              </a:r>
              <a:r>
                <a:rPr lang="en-US" sz="1450" b="0" spc="-10" baseline="0">
                  <a:solidFill>
                    <a:schemeClr val="accent3"/>
                  </a:solidFill>
                  <a:latin typeface="Aptos Light" panose="020B0004020202020204" pitchFamily="34" charset="0"/>
                </a:rPr>
                <a:t>tab and simply check or uncheck the </a:t>
              </a:r>
              <a:r>
                <a:rPr lang="en-US" sz="1450" b="1" i="1" spc="-10" baseline="0">
                  <a:solidFill>
                    <a:schemeClr val="accent3"/>
                  </a:solidFill>
                  <a:latin typeface="Aptos SemiBold" panose="020B0004020202020204" pitchFamily="34" charset="0"/>
                </a:rPr>
                <a:t>GUIDES</a:t>
              </a:r>
              <a:r>
                <a:rPr lang="en-US" sz="1450" b="0" spc="-10" baseline="0">
                  <a:solidFill>
                    <a:schemeClr val="accent3"/>
                  </a:solidFill>
                  <a:latin typeface="Aptos Light" panose="020B0004020202020204" pitchFamily="34" charset="0"/>
                </a:rPr>
                <a:t> box. This will display or</a:t>
              </a:r>
              <a:br>
                <a:rPr lang="en-US" sz="1450" b="0" spc="-10" baseline="0">
                  <a:solidFill>
                    <a:schemeClr val="accent3"/>
                  </a:solidFill>
                  <a:latin typeface="Aptos Light" panose="020B0004020202020204" pitchFamily="34" charset="0"/>
                </a:rPr>
              </a:br>
              <a:r>
                <a:rPr lang="en-US" sz="1450" b="0" spc="-10" baseline="0">
                  <a:solidFill>
                    <a:schemeClr val="accent3"/>
                  </a:solidFill>
                  <a:latin typeface="Aptos Light" panose="020B0004020202020204" pitchFamily="34" charset="0"/>
                </a:rPr>
                <a:t>hide the guides on your slide.</a:t>
              </a:r>
            </a:p>
          </p:txBody>
        </p:sp>
        <p:sp>
          <p:nvSpPr>
            <p:cNvPr id="55" name="Rectangle 54">
              <a:extLst>
                <a:ext uri="{FF2B5EF4-FFF2-40B4-BE49-F238E27FC236}">
                  <a16:creationId xmlns:a16="http://schemas.microsoft.com/office/drawing/2014/main" id="{0C98AF93-2E03-D282-6C7E-ABA5CF0FD5E4}"/>
                </a:ext>
              </a:extLst>
            </p:cNvPr>
            <p:cNvSpPr/>
            <p:nvPr userDrawn="1"/>
          </p:nvSpPr>
          <p:spPr>
            <a:xfrm>
              <a:off x="9871075" y="1193098"/>
              <a:ext cx="4203485" cy="2197115"/>
            </a:xfrm>
            <a:prstGeom prst="rect">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 Placeholder 3">
              <a:extLst>
                <a:ext uri="{FF2B5EF4-FFF2-40B4-BE49-F238E27FC236}">
                  <a16:creationId xmlns:a16="http://schemas.microsoft.com/office/drawing/2014/main" id="{60D9F760-DADC-4E7E-00DA-0FB2E5B2B5D4}"/>
                </a:ext>
              </a:extLst>
            </p:cNvPr>
            <p:cNvSpPr txBox="1">
              <a:spLocks/>
            </p:cNvSpPr>
            <p:nvPr userDrawn="1"/>
          </p:nvSpPr>
          <p:spPr>
            <a:xfrm>
              <a:off x="11913943" y="2535175"/>
              <a:ext cx="1916430" cy="760279"/>
            </a:xfrm>
            <a:prstGeom prst="rect">
              <a:avLst/>
            </a:prstGeom>
          </p:spPr>
          <p:txBody>
            <a:bodyPr vert="horz" lIns="0" tIns="0" rIns="0" bIns="0" rtlCol="0">
              <a:noAutofit/>
            </a:bodyPr>
            <a:lstStyle>
              <a:lvl1pPr marL="0" indent="0" algn="l" defTabSz="914400" rtl="0" eaLnBrk="1" latinLnBrk="0" hangingPunct="1">
                <a:lnSpc>
                  <a:spcPts val="1800"/>
                </a:lnSpc>
                <a:spcBef>
                  <a:spcPts val="0"/>
                </a:spcBef>
                <a:spcAft>
                  <a:spcPts val="1200"/>
                </a:spcAft>
                <a:buFont typeface="Arial" panose="020B0604020202020204" pitchFamily="34" charset="0"/>
                <a:buNone/>
                <a:defRPr sz="1700" b="1" i="0" kern="1200">
                  <a:solidFill>
                    <a:schemeClr val="bg2"/>
                  </a:solidFill>
                  <a:latin typeface="Aptos" panose="020B0004020202020204" pitchFamily="34" charset="0"/>
                  <a:ea typeface="+mn-ea"/>
                  <a:cs typeface="+mn-cs"/>
                </a:defRPr>
              </a:lvl1pPr>
              <a:lvl2pPr marL="0" indent="0" algn="l" defTabSz="914400" rtl="0" eaLnBrk="1" latinLnBrk="0" hangingPunct="1">
                <a:lnSpc>
                  <a:spcPts val="1600"/>
                </a:lnSpc>
                <a:spcBef>
                  <a:spcPts val="0"/>
                </a:spcBef>
                <a:spcAft>
                  <a:spcPts val="1200"/>
                </a:spcAft>
                <a:buFont typeface="Arial" panose="020B0604020202020204" pitchFamily="34" charset="0"/>
                <a:buNone/>
                <a:tabLst/>
                <a:defRPr sz="1400" b="1" i="0" kern="1200">
                  <a:solidFill>
                    <a:schemeClr val="tx1"/>
                  </a:solidFill>
                  <a:latin typeface="Aptos SemiBold" panose="020B0004020202020204" pitchFamily="34" charset="0"/>
                  <a:ea typeface="+mn-ea"/>
                  <a:cs typeface="+mn-cs"/>
                </a:defRPr>
              </a:lvl2pPr>
              <a:lvl3pPr marL="0" indent="0" algn="l" defTabSz="914400" rtl="0" eaLnBrk="1" latinLnBrk="0" hangingPunct="1">
                <a:lnSpc>
                  <a:spcPts val="1600"/>
                </a:lnSpc>
                <a:spcBef>
                  <a:spcPts val="0"/>
                </a:spcBef>
                <a:spcAft>
                  <a:spcPts val="1200"/>
                </a:spcAft>
                <a:buClr>
                  <a:schemeClr val="bg2"/>
                </a:buClr>
                <a:buFontTx/>
                <a:buNone/>
                <a:tabLst/>
                <a:defRPr sz="1400" b="0" i="0" kern="1200">
                  <a:solidFill>
                    <a:schemeClr val="tx1"/>
                  </a:solidFill>
                  <a:latin typeface="Aptos Light" panose="020B0004020202020204" pitchFamily="34" charset="0"/>
                  <a:ea typeface="+mn-ea"/>
                  <a:cs typeface="+mn-cs"/>
                </a:defRPr>
              </a:lvl3pPr>
              <a:lvl4pPr marL="0" indent="0" algn="l" defTabSz="914400" rtl="0" eaLnBrk="1" latinLnBrk="0" hangingPunct="1">
                <a:lnSpc>
                  <a:spcPts val="1550"/>
                </a:lnSpc>
                <a:spcBef>
                  <a:spcPts val="0"/>
                </a:spcBef>
                <a:spcAft>
                  <a:spcPts val="1200"/>
                </a:spcAft>
                <a:buClr>
                  <a:schemeClr val="bg2"/>
                </a:buClr>
                <a:buFontTx/>
                <a:buNone/>
                <a:tabLst/>
                <a:defRPr sz="1300" b="1" i="0" kern="1200">
                  <a:solidFill>
                    <a:schemeClr val="tx1"/>
                  </a:solidFill>
                  <a:latin typeface="Aptos SemiBold" panose="020B0004020202020204" pitchFamily="34" charset="0"/>
                  <a:ea typeface="+mn-ea"/>
                  <a:cs typeface="+mn-cs"/>
                </a:defRPr>
              </a:lvl4pPr>
              <a:lvl5pPr marL="228600" indent="-219456" algn="l" defTabSz="914400" rtl="0" eaLnBrk="1" latinLnBrk="0" hangingPunct="1">
                <a:lnSpc>
                  <a:spcPts val="1450"/>
                </a:lnSpc>
                <a:spcBef>
                  <a:spcPts val="0"/>
                </a:spcBef>
                <a:spcAft>
                  <a:spcPts val="800"/>
                </a:spcAft>
                <a:buClr>
                  <a:schemeClr val="bg2"/>
                </a:buClr>
                <a:buFont typeface="System Font Regular"/>
                <a:buChar char="—"/>
                <a:tabLst/>
                <a:defRPr sz="1250" b="0" i="0" kern="1200">
                  <a:solidFill>
                    <a:schemeClr val="tx1"/>
                  </a:solidFill>
                  <a:latin typeface="Aptos Light" panose="020B0004020202020204" pitchFamily="34" charset="0"/>
                  <a:ea typeface="+mn-ea"/>
                  <a:cs typeface="+mn-cs"/>
                </a:defRPr>
              </a:lvl5pPr>
              <a:lvl6pPr marL="393192" indent="-171450" algn="l" defTabSz="914400" rtl="0" eaLnBrk="1" latinLnBrk="0" hangingPunct="1">
                <a:lnSpc>
                  <a:spcPts val="1400"/>
                </a:lnSpc>
                <a:spcBef>
                  <a:spcPts val="0"/>
                </a:spcBef>
                <a:spcAft>
                  <a:spcPts val="800"/>
                </a:spcAft>
                <a:buClr>
                  <a:schemeClr val="bg2"/>
                </a:buClr>
                <a:buFont typeface="Wingdings" pitchFamily="2" charset="2"/>
                <a:buChar char="§"/>
                <a:tabLst/>
                <a:defRPr sz="1150" b="0" i="0" kern="1200">
                  <a:solidFill>
                    <a:schemeClr val="tx1"/>
                  </a:solidFill>
                  <a:latin typeface="Aptos Light" panose="020B0004020202020204" pitchFamily="34" charset="0"/>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00"/>
                </a:lnSpc>
                <a:spcAft>
                  <a:spcPts val="600"/>
                </a:spcAft>
              </a:pPr>
              <a:r>
                <a:rPr lang="en-US" sz="1000">
                  <a:solidFill>
                    <a:schemeClr val="accent3"/>
                  </a:solidFill>
                </a:rPr>
                <a:t>Mac shortcut:</a:t>
              </a:r>
            </a:p>
            <a:p>
              <a:pPr>
                <a:lnSpc>
                  <a:spcPct val="100000"/>
                </a:lnSpc>
                <a:spcAft>
                  <a:spcPts val="0"/>
                </a:spcAft>
              </a:pPr>
              <a:r>
                <a:rPr lang="en-US" sz="1400" i="1">
                  <a:solidFill>
                    <a:schemeClr val="accent3"/>
                  </a:solidFill>
                </a:rPr>
                <a:t>Control + Option +</a:t>
              </a:r>
              <a:br>
                <a:rPr lang="en-US" sz="1400" i="1">
                  <a:solidFill>
                    <a:schemeClr val="accent3"/>
                  </a:solidFill>
                </a:rPr>
              </a:br>
              <a:r>
                <a:rPr lang="en-US" sz="1400" i="1">
                  <a:solidFill>
                    <a:schemeClr val="accent3"/>
                  </a:solidFill>
                </a:rPr>
                <a:t>Command + G</a:t>
              </a:r>
            </a:p>
            <a:p>
              <a:pPr>
                <a:spcAft>
                  <a:spcPts val="0"/>
                </a:spcAft>
              </a:pPr>
              <a:endParaRPr lang="en-US" sz="2000" i="1"/>
            </a:p>
          </p:txBody>
        </p:sp>
        <p:sp>
          <p:nvSpPr>
            <p:cNvPr id="57" name="Text Placeholder 3">
              <a:extLst>
                <a:ext uri="{FF2B5EF4-FFF2-40B4-BE49-F238E27FC236}">
                  <a16:creationId xmlns:a16="http://schemas.microsoft.com/office/drawing/2014/main" id="{9877C99E-104C-8BCA-2331-7032BE319067}"/>
                </a:ext>
              </a:extLst>
            </p:cNvPr>
            <p:cNvSpPr txBox="1">
              <a:spLocks/>
            </p:cNvSpPr>
            <p:nvPr userDrawn="1"/>
          </p:nvSpPr>
          <p:spPr>
            <a:xfrm>
              <a:off x="10057247" y="2535176"/>
              <a:ext cx="1997028" cy="760278"/>
            </a:xfrm>
            <a:prstGeom prst="rect">
              <a:avLst/>
            </a:prstGeom>
          </p:spPr>
          <p:txBody>
            <a:bodyPr vert="horz" lIns="0" tIns="0" rIns="0" bIns="0" rtlCol="0">
              <a:noAutofit/>
            </a:bodyPr>
            <a:lstStyle>
              <a:lvl1pPr marL="0" indent="0" algn="l" defTabSz="914400" rtl="0" eaLnBrk="1" latinLnBrk="0" hangingPunct="1">
                <a:lnSpc>
                  <a:spcPts val="1800"/>
                </a:lnSpc>
                <a:spcBef>
                  <a:spcPts val="0"/>
                </a:spcBef>
                <a:spcAft>
                  <a:spcPts val="1200"/>
                </a:spcAft>
                <a:buFont typeface="Arial" panose="020B0604020202020204" pitchFamily="34" charset="0"/>
                <a:buNone/>
                <a:defRPr sz="1700" b="1" i="0" kern="1200">
                  <a:solidFill>
                    <a:schemeClr val="bg2"/>
                  </a:solidFill>
                  <a:latin typeface="Aptos" panose="020B0004020202020204" pitchFamily="34" charset="0"/>
                  <a:ea typeface="+mn-ea"/>
                  <a:cs typeface="+mn-cs"/>
                </a:defRPr>
              </a:lvl1pPr>
              <a:lvl2pPr marL="0" indent="0" algn="l" defTabSz="914400" rtl="0" eaLnBrk="1" latinLnBrk="0" hangingPunct="1">
                <a:lnSpc>
                  <a:spcPts val="1600"/>
                </a:lnSpc>
                <a:spcBef>
                  <a:spcPts val="0"/>
                </a:spcBef>
                <a:spcAft>
                  <a:spcPts val="1200"/>
                </a:spcAft>
                <a:buFont typeface="Arial" panose="020B0604020202020204" pitchFamily="34" charset="0"/>
                <a:buNone/>
                <a:tabLst/>
                <a:defRPr sz="1400" b="1" i="0" kern="1200">
                  <a:solidFill>
                    <a:schemeClr val="tx1"/>
                  </a:solidFill>
                  <a:latin typeface="Aptos SemiBold" panose="020B0004020202020204" pitchFamily="34" charset="0"/>
                  <a:ea typeface="+mn-ea"/>
                  <a:cs typeface="+mn-cs"/>
                </a:defRPr>
              </a:lvl2pPr>
              <a:lvl3pPr marL="0" indent="0" algn="l" defTabSz="914400" rtl="0" eaLnBrk="1" latinLnBrk="0" hangingPunct="1">
                <a:lnSpc>
                  <a:spcPts val="1600"/>
                </a:lnSpc>
                <a:spcBef>
                  <a:spcPts val="0"/>
                </a:spcBef>
                <a:spcAft>
                  <a:spcPts val="1200"/>
                </a:spcAft>
                <a:buClr>
                  <a:schemeClr val="bg2"/>
                </a:buClr>
                <a:buFontTx/>
                <a:buNone/>
                <a:tabLst/>
                <a:defRPr sz="1400" b="0" i="0" kern="1200">
                  <a:solidFill>
                    <a:schemeClr val="tx1"/>
                  </a:solidFill>
                  <a:latin typeface="Aptos Light" panose="020B0004020202020204" pitchFamily="34" charset="0"/>
                  <a:ea typeface="+mn-ea"/>
                  <a:cs typeface="+mn-cs"/>
                </a:defRPr>
              </a:lvl3pPr>
              <a:lvl4pPr marL="0" indent="0" algn="l" defTabSz="914400" rtl="0" eaLnBrk="1" latinLnBrk="0" hangingPunct="1">
                <a:lnSpc>
                  <a:spcPts val="1550"/>
                </a:lnSpc>
                <a:spcBef>
                  <a:spcPts val="0"/>
                </a:spcBef>
                <a:spcAft>
                  <a:spcPts val="1200"/>
                </a:spcAft>
                <a:buClr>
                  <a:schemeClr val="bg2"/>
                </a:buClr>
                <a:buFontTx/>
                <a:buNone/>
                <a:tabLst/>
                <a:defRPr sz="1300" b="1" i="0" kern="1200">
                  <a:solidFill>
                    <a:schemeClr val="tx1"/>
                  </a:solidFill>
                  <a:latin typeface="Aptos SemiBold" panose="020B0004020202020204" pitchFamily="34" charset="0"/>
                  <a:ea typeface="+mn-ea"/>
                  <a:cs typeface="+mn-cs"/>
                </a:defRPr>
              </a:lvl4pPr>
              <a:lvl5pPr marL="228600" indent="-219456" algn="l" defTabSz="914400" rtl="0" eaLnBrk="1" latinLnBrk="0" hangingPunct="1">
                <a:lnSpc>
                  <a:spcPts val="1450"/>
                </a:lnSpc>
                <a:spcBef>
                  <a:spcPts val="0"/>
                </a:spcBef>
                <a:spcAft>
                  <a:spcPts val="800"/>
                </a:spcAft>
                <a:buClr>
                  <a:schemeClr val="bg2"/>
                </a:buClr>
                <a:buFont typeface="System Font Regular"/>
                <a:buChar char="—"/>
                <a:tabLst/>
                <a:defRPr sz="1250" b="0" i="0" kern="1200">
                  <a:solidFill>
                    <a:schemeClr val="tx1"/>
                  </a:solidFill>
                  <a:latin typeface="Aptos Light" panose="020B0004020202020204" pitchFamily="34" charset="0"/>
                  <a:ea typeface="+mn-ea"/>
                  <a:cs typeface="+mn-cs"/>
                </a:defRPr>
              </a:lvl5pPr>
              <a:lvl6pPr marL="393192" indent="-171450" algn="l" defTabSz="914400" rtl="0" eaLnBrk="1" latinLnBrk="0" hangingPunct="1">
                <a:lnSpc>
                  <a:spcPts val="1400"/>
                </a:lnSpc>
                <a:spcBef>
                  <a:spcPts val="0"/>
                </a:spcBef>
                <a:spcAft>
                  <a:spcPts val="800"/>
                </a:spcAft>
                <a:buClr>
                  <a:schemeClr val="bg2"/>
                </a:buClr>
                <a:buFont typeface="Wingdings" pitchFamily="2" charset="2"/>
                <a:buChar char="§"/>
                <a:tabLst/>
                <a:defRPr sz="1150" b="0" i="0" kern="1200">
                  <a:solidFill>
                    <a:schemeClr val="tx1"/>
                  </a:solidFill>
                  <a:latin typeface="Aptos Light" panose="020B0004020202020204" pitchFamily="34" charset="0"/>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00"/>
                </a:lnSpc>
                <a:spcAft>
                  <a:spcPts val="600"/>
                </a:spcAft>
              </a:pPr>
              <a:r>
                <a:rPr lang="en-US" sz="1000">
                  <a:solidFill>
                    <a:schemeClr val="accent3"/>
                  </a:solidFill>
                </a:rPr>
                <a:t>Windows shortcut:</a:t>
              </a:r>
            </a:p>
            <a:p>
              <a:pPr>
                <a:lnSpc>
                  <a:spcPct val="75000"/>
                </a:lnSpc>
                <a:spcAft>
                  <a:spcPts val="1400"/>
                </a:spcAft>
              </a:pPr>
              <a:r>
                <a:rPr lang="en-US" sz="1400" i="1">
                  <a:solidFill>
                    <a:schemeClr val="accent3"/>
                  </a:solidFill>
                </a:rPr>
                <a:t>Alt + F9</a:t>
              </a:r>
            </a:p>
            <a:p>
              <a:pPr>
                <a:spcAft>
                  <a:spcPts val="0"/>
                </a:spcAft>
              </a:pPr>
              <a:endParaRPr lang="en-US" sz="2000" i="1"/>
            </a:p>
          </p:txBody>
        </p:sp>
        <p:sp>
          <p:nvSpPr>
            <p:cNvPr id="58" name="TextBox 57">
              <a:extLst>
                <a:ext uri="{FF2B5EF4-FFF2-40B4-BE49-F238E27FC236}">
                  <a16:creationId xmlns:a16="http://schemas.microsoft.com/office/drawing/2014/main" id="{81429658-6288-5ABA-62A2-22EF43FB6DD8}"/>
                </a:ext>
              </a:extLst>
            </p:cNvPr>
            <p:cNvSpPr txBox="1"/>
            <p:nvPr userDrawn="1"/>
          </p:nvSpPr>
          <p:spPr>
            <a:xfrm>
              <a:off x="9879851" y="840957"/>
              <a:ext cx="4202890" cy="302381"/>
            </a:xfrm>
            <a:prstGeom prst="rect">
              <a:avLst/>
            </a:prstGeom>
            <a:noFill/>
          </p:spPr>
          <p:txBody>
            <a:bodyPr wrap="square" lIns="0" tIns="0" rIns="0" bIns="0" rtlCol="0">
              <a:noAutofit/>
            </a:bodyPr>
            <a:lstStyle/>
            <a:p>
              <a:r>
                <a:rPr lang="en-US" sz="1600" b="1">
                  <a:solidFill>
                    <a:schemeClr val="accent3"/>
                  </a:solidFill>
                  <a:latin typeface="Aptos SemiBold" panose="020B0004020202020204" pitchFamily="34" charset="0"/>
                </a:rPr>
                <a:t>Keyboard Shortcuts</a:t>
              </a:r>
              <a:endParaRPr lang="en-US" sz="1600">
                <a:solidFill>
                  <a:schemeClr val="accent3"/>
                </a:solidFill>
                <a:latin typeface="Aptos Light" panose="020B0004020202020204" pitchFamily="34" charset="0"/>
              </a:endParaRPr>
            </a:p>
          </p:txBody>
        </p:sp>
      </p:grpSp>
      <p:grpSp>
        <p:nvGrpSpPr>
          <p:cNvPr id="59" name="Group 58">
            <a:extLst>
              <a:ext uri="{FF2B5EF4-FFF2-40B4-BE49-F238E27FC236}">
                <a16:creationId xmlns:a16="http://schemas.microsoft.com/office/drawing/2014/main" id="{D9B1546D-446A-E8FA-DE8C-DCF1F2940C6A}"/>
              </a:ext>
            </a:extLst>
          </p:cNvPr>
          <p:cNvGrpSpPr/>
          <p:nvPr userDrawn="1"/>
        </p:nvGrpSpPr>
        <p:grpSpPr>
          <a:xfrm>
            <a:off x="9871075" y="3579256"/>
            <a:ext cx="4244891" cy="4135896"/>
            <a:chOff x="9876803" y="3574117"/>
            <a:chExt cx="4244891" cy="4135896"/>
          </a:xfrm>
        </p:grpSpPr>
        <p:sp>
          <p:nvSpPr>
            <p:cNvPr id="60" name="TextBox 59">
              <a:extLst>
                <a:ext uri="{FF2B5EF4-FFF2-40B4-BE49-F238E27FC236}">
                  <a16:creationId xmlns:a16="http://schemas.microsoft.com/office/drawing/2014/main" id="{47F55716-29EA-6240-767C-5E161AA88835}"/>
                </a:ext>
              </a:extLst>
            </p:cNvPr>
            <p:cNvSpPr txBox="1"/>
            <p:nvPr userDrawn="1"/>
          </p:nvSpPr>
          <p:spPr>
            <a:xfrm>
              <a:off x="9876803" y="7086712"/>
              <a:ext cx="4182098" cy="623301"/>
            </a:xfrm>
            <a:prstGeom prst="rect">
              <a:avLst/>
            </a:prstGeom>
            <a:noFill/>
          </p:spPr>
          <p:txBody>
            <a:bodyPr wrap="square" lIns="0" tIns="0" rIns="0" bIns="0" rtlCol="0" anchor="b">
              <a:noAutofit/>
            </a:bodyPr>
            <a:lstStyle/>
            <a:p>
              <a:pPr marL="0" marR="0" indent="0" algn="l" defTabSz="1097236" rtl="0" eaLnBrk="1" fontAlgn="auto" latinLnBrk="0" hangingPunct="1">
                <a:lnSpc>
                  <a:spcPct val="100000"/>
                </a:lnSpc>
                <a:spcBef>
                  <a:spcPts val="0"/>
                </a:spcBef>
                <a:spcAft>
                  <a:spcPts val="0"/>
                </a:spcAft>
                <a:buClrTx/>
                <a:buSzTx/>
                <a:buFontTx/>
                <a:buNone/>
                <a:tabLst>
                  <a:tab pos="622300" algn="l"/>
                </a:tabLst>
                <a:defRPr/>
              </a:pPr>
              <a:r>
                <a:rPr lang="en-US" sz="1300" b="1" i="0">
                  <a:solidFill>
                    <a:schemeClr val="accent3"/>
                  </a:solidFill>
                  <a:latin typeface="Aptos ExtraBold" panose="020B0004020202020204" pitchFamily="34" charset="0"/>
                </a:rPr>
                <a:t>NOTE: </a:t>
              </a:r>
              <a:r>
                <a:rPr lang="en-US" sz="1300" b="0" i="1">
                  <a:solidFill>
                    <a:schemeClr val="accent3"/>
                  </a:solidFill>
                  <a:latin typeface="Aptos Light" panose="020B0004020202020204" pitchFamily="34" charset="0"/>
                </a:rPr>
                <a:t>To remove bullets and indents from a text box, select the text, then on the </a:t>
              </a:r>
              <a:r>
                <a:rPr lang="en-US" sz="1100" b="1" i="0">
                  <a:solidFill>
                    <a:schemeClr val="accent3"/>
                  </a:solidFill>
                  <a:latin typeface="Aptos SemiBold" panose="020B0004020202020204" pitchFamily="34" charset="0"/>
                </a:rPr>
                <a:t>HOME TAB  &gt; PARAGRAPH GROUP</a:t>
              </a:r>
              <a:r>
                <a:rPr lang="en-US" sz="1300" b="0" i="1">
                  <a:solidFill>
                    <a:schemeClr val="accent3"/>
                  </a:solidFill>
                  <a:latin typeface="Aptos Light" panose="020B0004020202020204" pitchFamily="34" charset="0"/>
                </a:rPr>
                <a:t>, click the </a:t>
              </a:r>
              <a:r>
                <a:rPr lang="en-US" sz="1100" b="1" i="0">
                  <a:solidFill>
                    <a:schemeClr val="accent3"/>
                  </a:solidFill>
                  <a:latin typeface="Aptos SemiBold" panose="020B0004020202020204" pitchFamily="34" charset="0"/>
                </a:rPr>
                <a:t>BULLETS ICON </a:t>
              </a:r>
              <a:r>
                <a:rPr lang="en-US" sz="1300" b="0" i="1">
                  <a:solidFill>
                    <a:schemeClr val="accent3"/>
                  </a:solidFill>
                  <a:latin typeface="Aptos Light" panose="020B0004020202020204" pitchFamily="34" charset="0"/>
                </a:rPr>
                <a:t>to turn them off and on.</a:t>
              </a:r>
            </a:p>
          </p:txBody>
        </p:sp>
        <p:cxnSp>
          <p:nvCxnSpPr>
            <p:cNvPr id="61" name="Straight Connector 60">
              <a:extLst>
                <a:ext uri="{FF2B5EF4-FFF2-40B4-BE49-F238E27FC236}">
                  <a16:creationId xmlns:a16="http://schemas.microsoft.com/office/drawing/2014/main" id="{B43AC5E7-B054-D60E-4C54-6F6DA029A5B8}"/>
                </a:ext>
              </a:extLst>
            </p:cNvPr>
            <p:cNvCxnSpPr>
              <a:cxnSpLocks/>
            </p:cNvCxnSpPr>
            <p:nvPr userDrawn="1"/>
          </p:nvCxnSpPr>
          <p:spPr>
            <a:xfrm>
              <a:off x="9876803" y="4080318"/>
              <a:ext cx="420593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0B8779DC-A416-DF18-3248-877A59BE80B1}"/>
                </a:ext>
              </a:extLst>
            </p:cNvPr>
            <p:cNvCxnSpPr>
              <a:cxnSpLocks/>
            </p:cNvCxnSpPr>
            <p:nvPr userDrawn="1"/>
          </p:nvCxnSpPr>
          <p:spPr>
            <a:xfrm>
              <a:off x="12438090" y="4960209"/>
              <a:ext cx="1620810" cy="0"/>
            </a:xfrm>
            <a:prstGeom prst="line">
              <a:avLst/>
            </a:prstGeom>
            <a:ln w="127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F49506A-51E2-D534-29DB-0CD19C1CC1E9}"/>
                </a:ext>
              </a:extLst>
            </p:cNvPr>
            <p:cNvSpPr txBox="1"/>
            <p:nvPr userDrawn="1"/>
          </p:nvSpPr>
          <p:spPr>
            <a:xfrm>
              <a:off x="9937961" y="4109950"/>
              <a:ext cx="202377" cy="2826222"/>
            </a:xfrm>
            <a:prstGeom prst="rect">
              <a:avLst/>
            </a:prstGeom>
            <a:noFill/>
          </p:spPr>
          <p:txBody>
            <a:bodyPr wrap="square" lIns="0" tIns="0" rIns="0" bIns="0" rtlCol="0">
              <a:noAutofit/>
            </a:bodyPr>
            <a:lstStyle/>
            <a:p>
              <a:pPr marL="0" indent="0">
                <a:lnSpc>
                  <a:spcPct val="220000"/>
                </a:lnSpc>
                <a:spcAft>
                  <a:spcPts val="0"/>
                </a:spcAft>
                <a:tabLst>
                  <a:tab pos="736600" algn="l"/>
                </a:tabLst>
              </a:pPr>
              <a:r>
                <a:rPr lang="en-US" sz="1200" b="0" i="0" spc="0">
                  <a:solidFill>
                    <a:schemeClr val="accent3"/>
                  </a:solidFill>
                  <a:latin typeface="Aptos" panose="020B0004020202020204" pitchFamily="34" charset="0"/>
                </a:rPr>
                <a:t>01</a:t>
              </a:r>
              <a:endParaRPr lang="en-US" sz="2400" b="0" i="0" spc="0">
                <a:solidFill>
                  <a:schemeClr val="accent3"/>
                </a:solidFill>
                <a:latin typeface="Aptos" panose="020B0004020202020204" pitchFamily="34" charset="0"/>
              </a:endParaRPr>
            </a:p>
            <a:p>
              <a:pPr marL="0" marR="0" indent="0" algn="l" defTabSz="1097236" rtl="0" eaLnBrk="1" fontAlgn="auto" latinLnBrk="0" hangingPunct="1">
                <a:lnSpc>
                  <a:spcPct val="200000"/>
                </a:lnSpc>
                <a:spcBef>
                  <a:spcPts val="0"/>
                </a:spcBef>
                <a:spcAft>
                  <a:spcPts val="0"/>
                </a:spcAft>
                <a:buClrTx/>
                <a:buSzTx/>
                <a:buFontTx/>
                <a:buNone/>
                <a:tabLst>
                  <a:tab pos="736600" algn="l"/>
                </a:tabLst>
                <a:defRPr/>
              </a:pPr>
              <a:r>
                <a:rPr kumimoji="0" lang="en-US" sz="1200" b="0" i="0" u="none" strike="noStrike" kern="1200" cap="none" spc="0" normalizeH="0" baseline="0" noProof="0">
                  <a:ln>
                    <a:noFill/>
                  </a:ln>
                  <a:solidFill>
                    <a:schemeClr val="accent3"/>
                  </a:solidFill>
                  <a:effectLst/>
                  <a:uLnTx/>
                  <a:uFillTx/>
                  <a:latin typeface="Aptos" panose="020B0004020202020204" pitchFamily="34" charset="0"/>
                  <a:ea typeface="+mn-ea"/>
                  <a:cs typeface="+mn-cs"/>
                </a:rPr>
                <a:t>02</a:t>
              </a:r>
            </a:p>
            <a:p>
              <a:pPr marL="0" marR="0" indent="0" algn="l" defTabSz="1097236" rtl="0" eaLnBrk="1" fontAlgn="auto" latinLnBrk="0" hangingPunct="1">
                <a:lnSpc>
                  <a:spcPct val="190000"/>
                </a:lnSpc>
                <a:spcBef>
                  <a:spcPts val="0"/>
                </a:spcBef>
                <a:spcAft>
                  <a:spcPts val="0"/>
                </a:spcAft>
                <a:buClrTx/>
                <a:buSzTx/>
                <a:buFontTx/>
                <a:buNone/>
                <a:tabLst>
                  <a:tab pos="736600" algn="l"/>
                </a:tabLst>
                <a:defRPr/>
              </a:pPr>
              <a:r>
                <a:rPr kumimoji="0" lang="en-US" sz="1200" b="0" i="0" u="none" strike="noStrike" kern="1200" cap="none" spc="0" normalizeH="0" baseline="0" noProof="0">
                  <a:ln>
                    <a:noFill/>
                  </a:ln>
                  <a:solidFill>
                    <a:schemeClr val="accent3"/>
                  </a:solidFill>
                  <a:effectLst/>
                  <a:uLnTx/>
                  <a:uFillTx/>
                  <a:latin typeface="Aptos" panose="020B0004020202020204" pitchFamily="34" charset="0"/>
                  <a:ea typeface="+mn-ea"/>
                  <a:cs typeface="+mn-cs"/>
                </a:rPr>
                <a:t>03</a:t>
              </a:r>
              <a:endParaRPr lang="en-US" sz="2000" b="0" i="0" spc="0">
                <a:solidFill>
                  <a:schemeClr val="accent3"/>
                </a:solidFill>
                <a:latin typeface="Aptos Light" panose="020B0004020202020204" pitchFamily="34" charset="0"/>
              </a:endParaRPr>
            </a:p>
            <a:p>
              <a:pPr marL="0" marR="0" lvl="0" indent="0" algn="l" defTabSz="1097236" rtl="0" eaLnBrk="1" fontAlgn="auto" latinLnBrk="0" hangingPunct="1">
                <a:lnSpc>
                  <a:spcPct val="190000"/>
                </a:lnSpc>
                <a:spcBef>
                  <a:spcPts val="0"/>
                </a:spcBef>
                <a:spcAft>
                  <a:spcPts val="0"/>
                </a:spcAft>
                <a:buClrTx/>
                <a:buSzTx/>
                <a:buFontTx/>
                <a:buNone/>
                <a:tabLst>
                  <a:tab pos="736600" algn="l"/>
                </a:tabLst>
                <a:defRPr/>
              </a:pPr>
              <a:r>
                <a:rPr kumimoji="0" lang="en-US" sz="1200" b="0" i="0" u="none" strike="noStrike" kern="1200" cap="none" spc="0" normalizeH="0" baseline="0" noProof="0">
                  <a:ln>
                    <a:noFill/>
                  </a:ln>
                  <a:solidFill>
                    <a:schemeClr val="accent3"/>
                  </a:solidFill>
                  <a:effectLst/>
                  <a:uLnTx/>
                  <a:uFillTx/>
                  <a:latin typeface="Aptos" panose="020B0004020202020204" pitchFamily="34" charset="0"/>
                  <a:ea typeface="+mn-ea"/>
                  <a:cs typeface="+mn-cs"/>
                </a:rPr>
                <a:t>04</a:t>
              </a:r>
              <a:endParaRPr lang="en-US" sz="1800" b="0" i="0" spc="0">
                <a:solidFill>
                  <a:schemeClr val="accent3"/>
                </a:solidFill>
                <a:latin typeface="Aptos Light" panose="020B0004020202020204" pitchFamily="34" charset="0"/>
              </a:endParaRPr>
            </a:p>
            <a:p>
              <a:pPr marL="0" marR="0" lvl="0" indent="0" algn="l" defTabSz="1097236" rtl="0" eaLnBrk="1" fontAlgn="auto" latinLnBrk="0" hangingPunct="1">
                <a:lnSpc>
                  <a:spcPct val="190000"/>
                </a:lnSpc>
                <a:spcBef>
                  <a:spcPts val="0"/>
                </a:spcBef>
                <a:spcAft>
                  <a:spcPts val="0"/>
                </a:spcAft>
                <a:buClrTx/>
                <a:buSzTx/>
                <a:buFontTx/>
                <a:buNone/>
                <a:tabLst>
                  <a:tab pos="736600" algn="l"/>
                </a:tabLst>
                <a:defRPr/>
              </a:pPr>
              <a:r>
                <a:rPr kumimoji="0" lang="en-US" sz="1200" b="0" i="0" u="none" strike="noStrike" kern="1200" cap="none" spc="0" normalizeH="0" baseline="0" noProof="0">
                  <a:ln>
                    <a:noFill/>
                  </a:ln>
                  <a:solidFill>
                    <a:schemeClr val="accent3"/>
                  </a:solidFill>
                  <a:effectLst/>
                  <a:uLnTx/>
                  <a:uFillTx/>
                  <a:latin typeface="Aptos" panose="020B0004020202020204" pitchFamily="34" charset="0"/>
                  <a:ea typeface="+mn-ea"/>
                  <a:cs typeface="+mn-cs"/>
                </a:rPr>
                <a:t>05</a:t>
              </a:r>
              <a:endParaRPr lang="en-US" sz="1800" b="0" i="0" spc="0">
                <a:solidFill>
                  <a:schemeClr val="accent3"/>
                </a:solidFill>
                <a:latin typeface="Aptos Light" panose="020B0004020202020204" pitchFamily="34" charset="0"/>
              </a:endParaRPr>
            </a:p>
            <a:p>
              <a:pPr marL="0" marR="0" lvl="0" indent="0" algn="l" defTabSz="1097236" rtl="0" eaLnBrk="1" fontAlgn="auto" latinLnBrk="0" hangingPunct="1">
                <a:lnSpc>
                  <a:spcPct val="190000"/>
                </a:lnSpc>
                <a:spcBef>
                  <a:spcPts val="0"/>
                </a:spcBef>
                <a:spcAft>
                  <a:spcPts val="0"/>
                </a:spcAft>
                <a:buClrTx/>
                <a:buSzTx/>
                <a:buFontTx/>
                <a:buNone/>
                <a:tabLst>
                  <a:tab pos="736600" algn="l"/>
                </a:tabLst>
                <a:defRPr/>
              </a:pPr>
              <a:r>
                <a:rPr lang="en-US" sz="1200" b="0" i="0" spc="0">
                  <a:solidFill>
                    <a:schemeClr val="accent3"/>
                  </a:solidFill>
                  <a:latin typeface="Aptos" panose="020B0004020202020204" pitchFamily="34" charset="0"/>
                </a:rPr>
                <a:t>06</a:t>
              </a:r>
              <a:endParaRPr lang="en-US" sz="1600" b="0" i="0" spc="0">
                <a:solidFill>
                  <a:schemeClr val="accent3"/>
                </a:solidFill>
                <a:latin typeface="Aptos Light" panose="020B0004020202020204" pitchFamily="34" charset="0"/>
              </a:endParaRPr>
            </a:p>
            <a:p>
              <a:pPr marL="0" marR="0" lvl="0" indent="0" algn="l" defTabSz="1097236" rtl="0" eaLnBrk="1" fontAlgn="auto" latinLnBrk="0" hangingPunct="1">
                <a:lnSpc>
                  <a:spcPct val="170000"/>
                </a:lnSpc>
                <a:spcBef>
                  <a:spcPts val="0"/>
                </a:spcBef>
                <a:spcAft>
                  <a:spcPts val="0"/>
                </a:spcAft>
                <a:buClrTx/>
                <a:buSzTx/>
                <a:buFontTx/>
                <a:buNone/>
                <a:tabLst>
                  <a:tab pos="736600" algn="l"/>
                </a:tabLst>
                <a:defRPr/>
              </a:pPr>
              <a:r>
                <a:rPr lang="en-US" sz="1200" b="0" i="0" spc="0">
                  <a:solidFill>
                    <a:schemeClr val="accent3"/>
                  </a:solidFill>
                  <a:latin typeface="Aptos" panose="020B0004020202020204" pitchFamily="34" charset="0"/>
                </a:rPr>
                <a:t>07</a:t>
              </a:r>
            </a:p>
            <a:p>
              <a:pPr marL="0" marR="0" lvl="0" indent="0" algn="l" defTabSz="1097236" rtl="0" eaLnBrk="1" fontAlgn="auto" latinLnBrk="0" hangingPunct="1">
                <a:lnSpc>
                  <a:spcPct val="160000"/>
                </a:lnSpc>
                <a:spcBef>
                  <a:spcPts val="0"/>
                </a:spcBef>
                <a:spcAft>
                  <a:spcPts val="0"/>
                </a:spcAft>
                <a:buClrTx/>
                <a:buSzTx/>
                <a:buFontTx/>
                <a:buNone/>
                <a:tabLst>
                  <a:tab pos="736600" algn="l"/>
                </a:tabLst>
                <a:defRPr/>
              </a:pPr>
              <a:r>
                <a:rPr lang="en-US" sz="1200" b="0" i="0" spc="0">
                  <a:solidFill>
                    <a:schemeClr val="accent3"/>
                  </a:solidFill>
                  <a:latin typeface="Aptos" panose="020B0004020202020204" pitchFamily="34" charset="0"/>
                </a:rPr>
                <a:t>08</a:t>
              </a:r>
              <a:endParaRPr lang="en-US" sz="1600">
                <a:latin typeface="Aptos Light" panose="020B0004020202020204" pitchFamily="34" charset="0"/>
              </a:endParaRPr>
            </a:p>
          </p:txBody>
        </p:sp>
        <p:sp>
          <p:nvSpPr>
            <p:cNvPr id="64" name="TextBox 63">
              <a:extLst>
                <a:ext uri="{FF2B5EF4-FFF2-40B4-BE49-F238E27FC236}">
                  <a16:creationId xmlns:a16="http://schemas.microsoft.com/office/drawing/2014/main" id="{0C6EEDB1-A1D7-ED6E-63C8-206C771EB501}"/>
                </a:ext>
              </a:extLst>
            </p:cNvPr>
            <p:cNvSpPr txBox="1"/>
            <p:nvPr userDrawn="1"/>
          </p:nvSpPr>
          <p:spPr>
            <a:xfrm>
              <a:off x="12614275" y="4190442"/>
              <a:ext cx="1507419" cy="722134"/>
            </a:xfrm>
            <a:prstGeom prst="rect">
              <a:avLst/>
            </a:prstGeom>
            <a:noFill/>
          </p:spPr>
          <p:txBody>
            <a:bodyPr wrap="square" lIns="0" tIns="0" rIns="0" bIns="0" rtlCol="0">
              <a:noAutofit/>
            </a:bodyPr>
            <a:lstStyle/>
            <a:p>
              <a:pPr>
                <a:lnSpc>
                  <a:spcPct val="100000"/>
                </a:lnSpc>
                <a:tabLst>
                  <a:tab pos="622300" algn="l"/>
                </a:tabLst>
              </a:pPr>
              <a:r>
                <a:rPr lang="en-US" sz="1100" b="0" i="0">
                  <a:solidFill>
                    <a:schemeClr val="accent3"/>
                  </a:solidFill>
                  <a:latin typeface="Aptos Light" panose="020B0004020202020204" pitchFamily="34" charset="0"/>
                </a:rPr>
                <a:t>To toggle between type levels, select text and press </a:t>
              </a:r>
              <a:r>
                <a:rPr lang="en-US" sz="1100" b="1" i="0">
                  <a:solidFill>
                    <a:schemeClr val="accent3"/>
                  </a:solidFill>
                  <a:latin typeface="Aptos SemiBold" panose="020B0004020202020204" pitchFamily="34" charset="0"/>
                </a:rPr>
                <a:t>TAB</a:t>
              </a:r>
              <a:r>
                <a:rPr lang="en-US" sz="1100" b="0" i="0">
                  <a:solidFill>
                    <a:schemeClr val="accent3"/>
                  </a:solidFill>
                  <a:latin typeface="Aptos Light" panose="020B0004020202020204" pitchFamily="34" charset="0"/>
                </a:rPr>
                <a:t> to decrease</a:t>
              </a:r>
            </a:p>
            <a:p>
              <a:pPr>
                <a:lnSpc>
                  <a:spcPct val="100000"/>
                </a:lnSpc>
                <a:tabLst>
                  <a:tab pos="622300" algn="l"/>
                </a:tabLst>
              </a:pPr>
              <a:r>
                <a:rPr lang="en-US" sz="1100" b="1" i="0">
                  <a:solidFill>
                    <a:schemeClr val="accent3"/>
                  </a:solidFill>
                  <a:latin typeface="Aptos SemiBold" panose="020B0004020202020204" pitchFamily="34" charset="0"/>
                </a:rPr>
                <a:t>SHIFT + TAB </a:t>
              </a:r>
              <a:r>
                <a:rPr lang="en-US" sz="1100" b="0" i="0">
                  <a:solidFill>
                    <a:schemeClr val="accent3"/>
                  </a:solidFill>
                  <a:latin typeface="Aptos Light" panose="020B0004020202020204" pitchFamily="34" charset="0"/>
                </a:rPr>
                <a:t>to increase</a:t>
              </a:r>
            </a:p>
          </p:txBody>
        </p:sp>
        <p:grpSp>
          <p:nvGrpSpPr>
            <p:cNvPr id="65" name="Group 64">
              <a:extLst>
                <a:ext uri="{FF2B5EF4-FFF2-40B4-BE49-F238E27FC236}">
                  <a16:creationId xmlns:a16="http://schemas.microsoft.com/office/drawing/2014/main" id="{B5E56606-B92D-C5EC-17F2-914417920C2C}"/>
                </a:ext>
              </a:extLst>
            </p:cNvPr>
            <p:cNvGrpSpPr/>
            <p:nvPr userDrawn="1"/>
          </p:nvGrpSpPr>
          <p:grpSpPr>
            <a:xfrm>
              <a:off x="12584721" y="5064766"/>
              <a:ext cx="1280760" cy="473042"/>
              <a:chOff x="12598552" y="5365406"/>
              <a:chExt cx="1405639" cy="519166"/>
            </a:xfrm>
          </p:grpSpPr>
          <p:grpSp>
            <p:nvGrpSpPr>
              <p:cNvPr id="83" name="Group 82">
                <a:extLst>
                  <a:ext uri="{FF2B5EF4-FFF2-40B4-BE49-F238E27FC236}">
                    <a16:creationId xmlns:a16="http://schemas.microsoft.com/office/drawing/2014/main" id="{CE36714D-029D-22A7-4338-AC3199ECF1F3}"/>
                  </a:ext>
                </a:extLst>
              </p:cNvPr>
              <p:cNvGrpSpPr/>
              <p:nvPr userDrawn="1"/>
            </p:nvGrpSpPr>
            <p:grpSpPr>
              <a:xfrm>
                <a:off x="13159610" y="5422222"/>
                <a:ext cx="844581" cy="462350"/>
                <a:chOff x="13271370" y="5432382"/>
                <a:chExt cx="844581" cy="462350"/>
              </a:xfrm>
            </p:grpSpPr>
            <p:sp>
              <p:nvSpPr>
                <p:cNvPr id="90" name="TextBox 89">
                  <a:extLst>
                    <a:ext uri="{FF2B5EF4-FFF2-40B4-BE49-F238E27FC236}">
                      <a16:creationId xmlns:a16="http://schemas.microsoft.com/office/drawing/2014/main" id="{DD7A9569-8C3D-38C6-BB04-05E9D421FE6B}"/>
                    </a:ext>
                  </a:extLst>
                </p:cNvPr>
                <p:cNvSpPr txBox="1"/>
                <p:nvPr/>
              </p:nvSpPr>
              <p:spPr>
                <a:xfrm>
                  <a:off x="13271370" y="5662739"/>
                  <a:ext cx="844581" cy="231993"/>
                </a:xfrm>
                <a:prstGeom prst="rect">
                  <a:avLst/>
                </a:prstGeom>
                <a:noFill/>
              </p:spPr>
              <p:txBody>
                <a:bodyPr wrap="square" lIns="0" tIns="0" rIns="0" bIns="0" rtlCol="0">
                  <a:noAutofit/>
                </a:bodyPr>
                <a:lstStyle/>
                <a:p>
                  <a:pPr algn="ctr">
                    <a:tabLst>
                      <a:tab pos="160338" algn="l"/>
                    </a:tabLst>
                  </a:pPr>
                  <a:r>
                    <a:rPr lang="en-US" sz="1050" b="1">
                      <a:solidFill>
                        <a:schemeClr val="accent3"/>
                      </a:solidFill>
                      <a:latin typeface="Aptos SemiBold" panose="020B0004020202020204" pitchFamily="34" charset="0"/>
                    </a:rPr>
                    <a:t> SHIFT + TAB</a:t>
                  </a:r>
                </a:p>
              </p:txBody>
            </p:sp>
            <p:grpSp>
              <p:nvGrpSpPr>
                <p:cNvPr id="91" name="Group 90">
                  <a:extLst>
                    <a:ext uri="{FF2B5EF4-FFF2-40B4-BE49-F238E27FC236}">
                      <a16:creationId xmlns:a16="http://schemas.microsoft.com/office/drawing/2014/main" id="{2F845A56-A556-0589-D593-D72ACC0BC717}"/>
                    </a:ext>
                  </a:extLst>
                </p:cNvPr>
                <p:cNvGrpSpPr/>
                <p:nvPr/>
              </p:nvGrpSpPr>
              <p:grpSpPr>
                <a:xfrm>
                  <a:off x="13425966" y="5432382"/>
                  <a:ext cx="173246" cy="173246"/>
                  <a:chOff x="12573838" y="6902152"/>
                  <a:chExt cx="299246" cy="299246"/>
                </a:xfrm>
              </p:grpSpPr>
              <p:sp>
                <p:nvSpPr>
                  <p:cNvPr id="92" name="Oval 91">
                    <a:extLst>
                      <a:ext uri="{FF2B5EF4-FFF2-40B4-BE49-F238E27FC236}">
                        <a16:creationId xmlns:a16="http://schemas.microsoft.com/office/drawing/2014/main" id="{BC65BBA2-DA37-0B51-6257-0FD179B8042D}"/>
                      </a:ext>
                    </a:extLst>
                  </p:cNvPr>
                  <p:cNvSpPr/>
                  <p:nvPr/>
                </p:nvSpPr>
                <p:spPr>
                  <a:xfrm>
                    <a:off x="12573838" y="6902152"/>
                    <a:ext cx="299246" cy="29924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riangle 92">
                    <a:extLst>
                      <a:ext uri="{FF2B5EF4-FFF2-40B4-BE49-F238E27FC236}">
                        <a16:creationId xmlns:a16="http://schemas.microsoft.com/office/drawing/2014/main" id="{DB645597-9F74-A94C-FB5F-1568E12D5B25}"/>
                      </a:ext>
                    </a:extLst>
                  </p:cNvPr>
                  <p:cNvSpPr/>
                  <p:nvPr/>
                </p:nvSpPr>
                <p:spPr>
                  <a:xfrm>
                    <a:off x="12636558" y="6979521"/>
                    <a:ext cx="173834" cy="11360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4" name="Group 83">
                <a:extLst>
                  <a:ext uri="{FF2B5EF4-FFF2-40B4-BE49-F238E27FC236}">
                    <a16:creationId xmlns:a16="http://schemas.microsoft.com/office/drawing/2014/main" id="{57A0B996-85B3-4EC6-FF49-950BD9EA7EE9}"/>
                  </a:ext>
                </a:extLst>
              </p:cNvPr>
              <p:cNvGrpSpPr/>
              <p:nvPr userDrawn="1"/>
            </p:nvGrpSpPr>
            <p:grpSpPr>
              <a:xfrm>
                <a:off x="12598552" y="5412795"/>
                <a:ext cx="313553" cy="441831"/>
                <a:chOff x="12560087" y="6704431"/>
                <a:chExt cx="541597" cy="763169"/>
              </a:xfrm>
            </p:grpSpPr>
            <p:grpSp>
              <p:nvGrpSpPr>
                <p:cNvPr id="86" name="Group 85">
                  <a:extLst>
                    <a:ext uri="{FF2B5EF4-FFF2-40B4-BE49-F238E27FC236}">
                      <a16:creationId xmlns:a16="http://schemas.microsoft.com/office/drawing/2014/main" id="{EC8C609B-9652-9D10-A792-0BAE5AE721AF}"/>
                    </a:ext>
                  </a:extLst>
                </p:cNvPr>
                <p:cNvGrpSpPr/>
                <p:nvPr userDrawn="1"/>
              </p:nvGrpSpPr>
              <p:grpSpPr>
                <a:xfrm>
                  <a:off x="12682972" y="6704431"/>
                  <a:ext cx="299246" cy="299246"/>
                  <a:chOff x="12682972" y="6704431"/>
                  <a:chExt cx="299246" cy="299246"/>
                </a:xfrm>
              </p:grpSpPr>
              <p:sp>
                <p:nvSpPr>
                  <p:cNvPr id="88" name="Oval 87">
                    <a:extLst>
                      <a:ext uri="{FF2B5EF4-FFF2-40B4-BE49-F238E27FC236}">
                        <a16:creationId xmlns:a16="http://schemas.microsoft.com/office/drawing/2014/main" id="{5ADBFA8D-CC72-156A-0FB8-1273D0D45C10}"/>
                      </a:ext>
                    </a:extLst>
                  </p:cNvPr>
                  <p:cNvSpPr/>
                  <p:nvPr/>
                </p:nvSpPr>
                <p:spPr>
                  <a:xfrm rot="10800000">
                    <a:off x="12682972" y="6704431"/>
                    <a:ext cx="299246" cy="299246"/>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riangle 88">
                    <a:extLst>
                      <a:ext uri="{FF2B5EF4-FFF2-40B4-BE49-F238E27FC236}">
                        <a16:creationId xmlns:a16="http://schemas.microsoft.com/office/drawing/2014/main" id="{07C624E0-D71C-99C4-668B-255F3559C63F}"/>
                      </a:ext>
                    </a:extLst>
                  </p:cNvPr>
                  <p:cNvSpPr/>
                  <p:nvPr/>
                </p:nvSpPr>
                <p:spPr>
                  <a:xfrm rot="10800000">
                    <a:off x="12745678" y="6819923"/>
                    <a:ext cx="173833" cy="11360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7" name="TextBox 86">
                  <a:extLst>
                    <a:ext uri="{FF2B5EF4-FFF2-40B4-BE49-F238E27FC236}">
                      <a16:creationId xmlns:a16="http://schemas.microsoft.com/office/drawing/2014/main" id="{EDF0E456-21D3-9B0F-3933-DC2FF322F88F}"/>
                    </a:ext>
                  </a:extLst>
                </p:cNvPr>
                <p:cNvSpPr txBox="1"/>
                <p:nvPr/>
              </p:nvSpPr>
              <p:spPr>
                <a:xfrm>
                  <a:off x="12560087" y="7118608"/>
                  <a:ext cx="541597" cy="348992"/>
                </a:xfrm>
                <a:prstGeom prst="rect">
                  <a:avLst/>
                </a:prstGeom>
                <a:noFill/>
              </p:spPr>
              <p:txBody>
                <a:bodyPr wrap="square" lIns="0" tIns="0" rIns="0" bIns="0" rtlCol="0">
                  <a:noAutofit/>
                </a:bodyPr>
                <a:lstStyle/>
                <a:p>
                  <a:pPr algn="ctr">
                    <a:tabLst>
                      <a:tab pos="160338" algn="l"/>
                    </a:tabLst>
                  </a:pPr>
                  <a:r>
                    <a:rPr lang="en-US" sz="1050" b="1">
                      <a:solidFill>
                        <a:schemeClr val="accent3"/>
                      </a:solidFill>
                      <a:latin typeface="Aptos SemiBold" panose="020B0004020202020204" pitchFamily="34" charset="0"/>
                    </a:rPr>
                    <a:t>TAB</a:t>
                  </a:r>
                </a:p>
              </p:txBody>
            </p:sp>
          </p:grpSp>
          <p:cxnSp>
            <p:nvCxnSpPr>
              <p:cNvPr id="85" name="Straight Connector 84">
                <a:extLst>
                  <a:ext uri="{FF2B5EF4-FFF2-40B4-BE49-F238E27FC236}">
                    <a16:creationId xmlns:a16="http://schemas.microsoft.com/office/drawing/2014/main" id="{93138D6D-361E-4411-4F8A-B4677D84A3B2}"/>
                  </a:ext>
                </a:extLst>
              </p:cNvPr>
              <p:cNvCxnSpPr>
                <a:cxnSpLocks/>
              </p:cNvCxnSpPr>
              <p:nvPr userDrawn="1"/>
            </p:nvCxnSpPr>
            <p:spPr>
              <a:xfrm>
                <a:off x="12944668" y="5365406"/>
                <a:ext cx="173245" cy="438286"/>
              </a:xfrm>
              <a:prstGeom prst="line">
                <a:avLst/>
              </a:prstGeom>
              <a:ln w="22225">
                <a:solidFill>
                  <a:schemeClr val="accent3"/>
                </a:solidFill>
                <a:prstDash val="solid"/>
              </a:ln>
            </p:spPr>
            <p:style>
              <a:lnRef idx="1">
                <a:schemeClr val="accent1"/>
              </a:lnRef>
              <a:fillRef idx="0">
                <a:schemeClr val="accent1"/>
              </a:fillRef>
              <a:effectRef idx="0">
                <a:schemeClr val="accent1"/>
              </a:effectRef>
              <a:fontRef idx="minor">
                <a:schemeClr val="tx1"/>
              </a:fontRef>
            </p:style>
          </p:cxnSp>
        </p:grpSp>
        <p:cxnSp>
          <p:nvCxnSpPr>
            <p:cNvPr id="66" name="Straight Connector 65">
              <a:extLst>
                <a:ext uri="{FF2B5EF4-FFF2-40B4-BE49-F238E27FC236}">
                  <a16:creationId xmlns:a16="http://schemas.microsoft.com/office/drawing/2014/main" id="{99575B26-115B-D48C-D754-A769DEAE8104}"/>
                </a:ext>
              </a:extLst>
            </p:cNvPr>
            <p:cNvCxnSpPr>
              <a:cxnSpLocks/>
            </p:cNvCxnSpPr>
            <p:nvPr userDrawn="1"/>
          </p:nvCxnSpPr>
          <p:spPr>
            <a:xfrm>
              <a:off x="10206216" y="4080318"/>
              <a:ext cx="0" cy="2925199"/>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C5BAB3A-B315-A548-0DE2-8C4C720AEBE7}"/>
                </a:ext>
              </a:extLst>
            </p:cNvPr>
            <p:cNvCxnSpPr>
              <a:cxnSpLocks/>
            </p:cNvCxnSpPr>
            <p:nvPr userDrawn="1"/>
          </p:nvCxnSpPr>
          <p:spPr>
            <a:xfrm>
              <a:off x="12448250" y="4080318"/>
              <a:ext cx="0" cy="2925199"/>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020F230-A138-8C2D-679F-7AAF694A274A}"/>
                </a:ext>
              </a:extLst>
            </p:cNvPr>
            <p:cNvSpPr txBox="1"/>
            <p:nvPr userDrawn="1"/>
          </p:nvSpPr>
          <p:spPr>
            <a:xfrm>
              <a:off x="9876803" y="3574117"/>
              <a:ext cx="4202890" cy="302381"/>
            </a:xfrm>
            <a:prstGeom prst="rect">
              <a:avLst/>
            </a:prstGeom>
            <a:noFill/>
          </p:spPr>
          <p:txBody>
            <a:bodyPr wrap="square" lIns="0" tIns="0" rIns="0" bIns="0" rtlCol="0">
              <a:noAutofit/>
            </a:bodyPr>
            <a:lstStyle/>
            <a:p>
              <a:r>
                <a:rPr lang="en-US" sz="1600" b="1">
                  <a:solidFill>
                    <a:schemeClr val="accent3"/>
                  </a:solidFill>
                  <a:latin typeface="Aptos SemiBold" panose="020B0004020202020204" pitchFamily="34" charset="0"/>
                </a:rPr>
                <a:t>Type ramp</a:t>
              </a:r>
              <a:endParaRPr lang="en-US" sz="1600">
                <a:solidFill>
                  <a:schemeClr val="accent3"/>
                </a:solidFill>
                <a:latin typeface="Aptos Light" panose="020B0004020202020204" pitchFamily="34" charset="0"/>
              </a:endParaRPr>
            </a:p>
          </p:txBody>
        </p:sp>
        <p:cxnSp>
          <p:nvCxnSpPr>
            <p:cNvPr id="69" name="Straight Connector 68">
              <a:extLst>
                <a:ext uri="{FF2B5EF4-FFF2-40B4-BE49-F238E27FC236}">
                  <a16:creationId xmlns:a16="http://schemas.microsoft.com/office/drawing/2014/main" id="{C0E2F463-4836-E1A8-ED06-5BF4187D8C30}"/>
                </a:ext>
              </a:extLst>
            </p:cNvPr>
            <p:cNvCxnSpPr>
              <a:cxnSpLocks/>
            </p:cNvCxnSpPr>
            <p:nvPr userDrawn="1"/>
          </p:nvCxnSpPr>
          <p:spPr>
            <a:xfrm>
              <a:off x="9876803" y="7005517"/>
              <a:ext cx="420593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ED8A1A1-3989-685C-B2DB-AD4122606F13}"/>
                </a:ext>
              </a:extLst>
            </p:cNvPr>
            <p:cNvCxnSpPr>
              <a:cxnSpLocks/>
            </p:cNvCxnSpPr>
            <p:nvPr userDrawn="1"/>
          </p:nvCxnSpPr>
          <p:spPr>
            <a:xfrm>
              <a:off x="10642481" y="4080318"/>
              <a:ext cx="0" cy="2894719"/>
            </a:xfrm>
            <a:prstGeom prst="line">
              <a:avLst/>
            </a:prstGeom>
            <a:ln w="127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4488DE18-1887-AFEF-95EE-2CFF8063E65E}"/>
                </a:ext>
              </a:extLst>
            </p:cNvPr>
            <p:cNvSpPr txBox="1"/>
            <p:nvPr userDrawn="1"/>
          </p:nvSpPr>
          <p:spPr>
            <a:xfrm>
              <a:off x="10365847" y="4123218"/>
              <a:ext cx="2015274" cy="2831869"/>
            </a:xfrm>
            <a:prstGeom prst="rect">
              <a:avLst/>
            </a:prstGeom>
            <a:noFill/>
          </p:spPr>
          <p:txBody>
            <a:bodyPr wrap="square" lIns="0" tIns="0" rIns="0" bIns="0" rtlCol="0">
              <a:noAutofit/>
            </a:bodyPr>
            <a:lstStyle/>
            <a:p>
              <a:pPr marL="406400" indent="-406400">
                <a:lnSpc>
                  <a:spcPct val="130000"/>
                </a:lnSpc>
                <a:spcAft>
                  <a:spcPts val="0"/>
                </a:spcAft>
                <a:buSzPct val="90000"/>
                <a:buFont typeface="Wingdings" pitchFamily="2" charset="2"/>
                <a:buChar char="§"/>
                <a:tabLst>
                  <a:tab pos="736600" algn="l"/>
                </a:tabLst>
              </a:pPr>
              <a:r>
                <a:rPr lang="en-US" sz="2400" b="0" i="0" spc="0">
                  <a:solidFill>
                    <a:schemeClr val="accent3"/>
                  </a:solidFill>
                  <a:latin typeface="Aptos" panose="020B0004020202020204" pitchFamily="34" charset="0"/>
                </a:rPr>
                <a:t>Aptos 26 pt.</a:t>
              </a:r>
            </a:p>
            <a:p>
              <a:pPr marL="406400" marR="0" indent="-406400" algn="l" defTabSz="1097236" rtl="0" eaLnBrk="1" fontAlgn="auto" latinLnBrk="0" hangingPunct="1">
                <a:lnSpc>
                  <a:spcPct val="100000"/>
                </a:lnSpc>
                <a:spcBef>
                  <a:spcPts val="0"/>
                </a:spcBef>
                <a:spcAft>
                  <a:spcPts val="0"/>
                </a:spcAft>
                <a:buClrTx/>
                <a:buSzPct val="90000"/>
                <a:buFont typeface="Wingdings" pitchFamily="2" charset="2"/>
                <a:buChar char="§"/>
                <a:tabLst>
                  <a:tab pos="736600" algn="l"/>
                </a:tabLst>
                <a:defRPr/>
              </a:pPr>
              <a:r>
                <a:rPr lang="en-US" sz="2200" b="0" i="0" spc="0">
                  <a:solidFill>
                    <a:schemeClr val="accent3"/>
                  </a:solidFill>
                  <a:latin typeface="Aptos" panose="020B0004020202020204" pitchFamily="34" charset="0"/>
                </a:rPr>
                <a:t>Aptos 24 pt.</a:t>
              </a:r>
            </a:p>
            <a:p>
              <a:pPr marL="406400" marR="0" lvl="0" indent="-406400" algn="l" defTabSz="1097236" rtl="0" eaLnBrk="1" fontAlgn="auto" latinLnBrk="0" hangingPunct="1">
                <a:lnSpc>
                  <a:spcPct val="130000"/>
                </a:lnSpc>
                <a:spcBef>
                  <a:spcPts val="0"/>
                </a:spcBef>
                <a:spcAft>
                  <a:spcPts val="0"/>
                </a:spcAft>
                <a:buClrTx/>
                <a:buSzPct val="90000"/>
                <a:buFont typeface="Wingdings" pitchFamily="2" charset="2"/>
                <a:buChar char="§"/>
                <a:tabLst>
                  <a:tab pos="736600" algn="l"/>
                </a:tabLst>
                <a:defRPr/>
              </a:pPr>
              <a:r>
                <a:rPr lang="en-US" sz="2000" b="0" i="0" spc="0">
                  <a:solidFill>
                    <a:schemeClr val="accent3"/>
                  </a:solidFill>
                  <a:latin typeface="Aptos Light" panose="020B0004020202020204" pitchFamily="34" charset="0"/>
                </a:rPr>
                <a:t>Aptos 22 pt.</a:t>
              </a:r>
            </a:p>
            <a:p>
              <a:pPr marL="420624" marR="0" lvl="0" indent="-406400" algn="l" defTabSz="1097236" rtl="0" eaLnBrk="1" fontAlgn="auto" latinLnBrk="0" hangingPunct="1">
                <a:lnSpc>
                  <a:spcPct val="120000"/>
                </a:lnSpc>
                <a:spcBef>
                  <a:spcPts val="0"/>
                </a:spcBef>
                <a:spcAft>
                  <a:spcPts val="0"/>
                </a:spcAft>
                <a:buClrTx/>
                <a:buSzPct val="90000"/>
                <a:buFont typeface="Wingdings" pitchFamily="2" charset="2"/>
                <a:buChar char="§"/>
                <a:tabLst>
                  <a:tab pos="736600" algn="l"/>
                </a:tabLst>
                <a:defRPr/>
              </a:pPr>
              <a:r>
                <a:rPr lang="en-US" sz="1800" b="0" i="0" spc="0">
                  <a:solidFill>
                    <a:schemeClr val="accent3"/>
                  </a:solidFill>
                  <a:latin typeface="Aptos Light" panose="020B0004020202020204" pitchFamily="34" charset="0"/>
                </a:rPr>
                <a:t>Aptos 20 pt.</a:t>
              </a:r>
            </a:p>
            <a:p>
              <a:pPr marL="420624" marR="0" lvl="0" indent="-406400" algn="l" defTabSz="1097236" rtl="0" eaLnBrk="1" fontAlgn="auto" latinLnBrk="0" hangingPunct="1">
                <a:lnSpc>
                  <a:spcPct val="130000"/>
                </a:lnSpc>
                <a:spcBef>
                  <a:spcPts val="0"/>
                </a:spcBef>
                <a:spcAft>
                  <a:spcPts val="0"/>
                </a:spcAft>
                <a:buClrTx/>
                <a:buSzPct val="90000"/>
                <a:buFont typeface="Wingdings" pitchFamily="2" charset="2"/>
                <a:buChar char="§"/>
                <a:tabLst>
                  <a:tab pos="736600" algn="l"/>
                </a:tabLst>
                <a:defRPr/>
              </a:pPr>
              <a:r>
                <a:rPr lang="en-US" sz="1600" b="0" i="0" spc="0">
                  <a:solidFill>
                    <a:schemeClr val="accent3"/>
                  </a:solidFill>
                  <a:latin typeface="Aptos Light" panose="020B0004020202020204" pitchFamily="34" charset="0"/>
                </a:rPr>
                <a:t>Aptos 18 pt.</a:t>
              </a:r>
            </a:p>
            <a:p>
              <a:pPr marL="420624" marR="0" lvl="0" indent="-398463" algn="l" defTabSz="1097236" rtl="0" eaLnBrk="1" fontAlgn="auto" latinLnBrk="0" hangingPunct="1">
                <a:lnSpc>
                  <a:spcPct val="140000"/>
                </a:lnSpc>
                <a:spcBef>
                  <a:spcPts val="0"/>
                </a:spcBef>
                <a:spcAft>
                  <a:spcPts val="0"/>
                </a:spcAft>
                <a:buClrTx/>
                <a:buSzPct val="90000"/>
                <a:buFont typeface="Wingdings" pitchFamily="2" charset="2"/>
                <a:buChar char="§"/>
                <a:tabLst>
                  <a:tab pos="736600" algn="l"/>
                </a:tabLst>
                <a:defRPr/>
              </a:pPr>
              <a:r>
                <a:rPr lang="en-US" sz="1400" b="0" i="0" spc="0">
                  <a:solidFill>
                    <a:schemeClr val="accent3"/>
                  </a:solidFill>
                  <a:latin typeface="Aptos Light" panose="020B0004020202020204" pitchFamily="34" charset="0"/>
                </a:rPr>
                <a:t>Aptos 16 pt.</a:t>
              </a:r>
            </a:p>
            <a:p>
              <a:pPr marL="420624" marR="0" lvl="0" indent="-398463" algn="l" defTabSz="1097236" rtl="0" eaLnBrk="1" fontAlgn="auto" latinLnBrk="0" hangingPunct="1">
                <a:lnSpc>
                  <a:spcPct val="160000"/>
                </a:lnSpc>
                <a:spcBef>
                  <a:spcPts val="0"/>
                </a:spcBef>
                <a:spcAft>
                  <a:spcPts val="0"/>
                </a:spcAft>
                <a:buClrTx/>
                <a:buSzPct val="90000"/>
                <a:buFont typeface="Wingdings" pitchFamily="2" charset="2"/>
                <a:buChar char="§"/>
                <a:tabLst>
                  <a:tab pos="736600" algn="l"/>
                </a:tabLst>
                <a:defRPr/>
              </a:pPr>
              <a:r>
                <a:rPr lang="en-US" sz="1200" b="0" i="0" spc="0">
                  <a:solidFill>
                    <a:schemeClr val="accent3"/>
                  </a:solidFill>
                  <a:latin typeface="Aptos Light" panose="020B0004020202020204" pitchFamily="34" charset="0"/>
                </a:rPr>
                <a:t>Aptos 14 pt.</a:t>
              </a:r>
            </a:p>
            <a:p>
              <a:pPr marL="429768" marR="0" lvl="0" indent="-398463" algn="l" defTabSz="1097236" rtl="0" eaLnBrk="1" fontAlgn="auto" latinLnBrk="0" hangingPunct="1">
                <a:lnSpc>
                  <a:spcPct val="190000"/>
                </a:lnSpc>
                <a:spcBef>
                  <a:spcPts val="0"/>
                </a:spcBef>
                <a:spcAft>
                  <a:spcPts val="0"/>
                </a:spcAft>
                <a:buClrTx/>
                <a:buSzPct val="90000"/>
                <a:buFont typeface="Wingdings" pitchFamily="2" charset="2"/>
                <a:buChar char="§"/>
                <a:tabLst>
                  <a:tab pos="736600" algn="l"/>
                </a:tabLst>
                <a:defRPr/>
              </a:pPr>
              <a:r>
                <a:rPr lang="en-US" sz="1050" b="0" i="0" spc="0">
                  <a:solidFill>
                    <a:schemeClr val="accent3"/>
                  </a:solidFill>
                  <a:latin typeface="Aptos Light" panose="020B0004020202020204" pitchFamily="34" charset="0"/>
                </a:rPr>
                <a:t>Aptos 12 pt.</a:t>
              </a:r>
              <a:endParaRPr lang="en-US" sz="1050">
                <a:latin typeface="Aptos Light" panose="020B0004020202020204" pitchFamily="34" charset="0"/>
              </a:endParaRPr>
            </a:p>
          </p:txBody>
        </p:sp>
        <p:sp>
          <p:nvSpPr>
            <p:cNvPr id="80" name="TextBox 79">
              <a:extLst>
                <a:ext uri="{FF2B5EF4-FFF2-40B4-BE49-F238E27FC236}">
                  <a16:creationId xmlns:a16="http://schemas.microsoft.com/office/drawing/2014/main" id="{8CEE7B62-BFEE-DC6B-4766-69619D1BDF34}"/>
                </a:ext>
              </a:extLst>
            </p:cNvPr>
            <p:cNvSpPr txBox="1"/>
            <p:nvPr userDrawn="1"/>
          </p:nvSpPr>
          <p:spPr>
            <a:xfrm>
              <a:off x="9889416" y="3890312"/>
              <a:ext cx="4203485" cy="173917"/>
            </a:xfrm>
            <a:prstGeom prst="rect">
              <a:avLst/>
            </a:prstGeom>
            <a:noFill/>
          </p:spPr>
          <p:txBody>
            <a:bodyPr wrap="square" lIns="0" tIns="0" rIns="0" bIns="0" rtlCol="0">
              <a:noAutofit/>
            </a:bodyPr>
            <a:lstStyle/>
            <a:p>
              <a:pPr marL="0" indent="0">
                <a:lnSpc>
                  <a:spcPct val="95000"/>
                </a:lnSpc>
                <a:tabLst>
                  <a:tab pos="395288" algn="l"/>
                  <a:tab pos="914400" algn="l"/>
                  <a:tab pos="2736850" algn="l"/>
                </a:tabLst>
              </a:pPr>
              <a:r>
                <a:rPr lang="en-US" sz="900" b="1" i="0" kern="1000" spc="-30" baseline="0">
                  <a:solidFill>
                    <a:schemeClr val="accent3"/>
                  </a:solidFill>
                  <a:latin typeface="Aptos SemiBold" panose="020B0004020202020204" pitchFamily="34" charset="0"/>
                </a:rPr>
                <a:t>Level	Bullet	Type Size	How to Toggle Type Levels</a:t>
              </a:r>
            </a:p>
          </p:txBody>
        </p:sp>
        <p:sp>
          <p:nvSpPr>
            <p:cNvPr id="81" name="TextBox 80">
              <a:extLst>
                <a:ext uri="{FF2B5EF4-FFF2-40B4-BE49-F238E27FC236}">
                  <a16:creationId xmlns:a16="http://schemas.microsoft.com/office/drawing/2014/main" id="{59CAA113-4698-F73F-C102-20C38801BAAA}"/>
                </a:ext>
              </a:extLst>
            </p:cNvPr>
            <p:cNvSpPr txBox="1"/>
            <p:nvPr userDrawn="1"/>
          </p:nvSpPr>
          <p:spPr>
            <a:xfrm>
              <a:off x="12614275" y="5696951"/>
              <a:ext cx="1491760" cy="1189134"/>
            </a:xfrm>
            <a:prstGeom prst="rect">
              <a:avLst/>
            </a:prstGeom>
            <a:noFill/>
          </p:spPr>
          <p:txBody>
            <a:bodyPr wrap="square" lIns="0" tIns="0" rIns="0" bIns="0" rtlCol="0">
              <a:noAutofit/>
            </a:bodyPr>
            <a:lstStyle/>
            <a:p>
              <a:pPr>
                <a:lnSpc>
                  <a:spcPct val="100000"/>
                </a:lnSpc>
                <a:tabLst>
                  <a:tab pos="622300" algn="l"/>
                </a:tabLst>
              </a:pPr>
              <a:r>
                <a:rPr lang="en-US" sz="1100" b="0" i="0">
                  <a:solidFill>
                    <a:schemeClr val="accent3"/>
                  </a:solidFill>
                  <a:latin typeface="Aptos Light" panose="020B0004020202020204" pitchFamily="34" charset="0"/>
                </a:rPr>
                <a:t>To adjust bullet/text indents use the ruler.</a:t>
              </a:r>
            </a:p>
            <a:p>
              <a:pPr>
                <a:lnSpc>
                  <a:spcPct val="100000"/>
                </a:lnSpc>
                <a:tabLst>
                  <a:tab pos="622300" algn="l"/>
                </a:tabLst>
              </a:pPr>
              <a:r>
                <a:rPr lang="en-US" sz="1100" b="0" i="0">
                  <a:solidFill>
                    <a:schemeClr val="accent3"/>
                  </a:solidFill>
                  <a:latin typeface="Aptos Light" panose="020B0004020202020204" pitchFamily="34" charset="0"/>
                </a:rPr>
                <a:t>Go to </a:t>
              </a:r>
              <a:r>
                <a:rPr lang="en-US" sz="1100" b="1" i="0">
                  <a:solidFill>
                    <a:schemeClr val="accent3"/>
                  </a:solidFill>
                  <a:latin typeface="Aptos SemiBold" panose="020B0004020202020204" pitchFamily="34" charset="0"/>
                </a:rPr>
                <a:t>VIEW &gt; RULER.</a:t>
              </a:r>
            </a:p>
            <a:p>
              <a:pPr>
                <a:lnSpc>
                  <a:spcPct val="100000"/>
                </a:lnSpc>
                <a:tabLst>
                  <a:tab pos="622300" algn="l"/>
                </a:tabLst>
              </a:pPr>
              <a:r>
                <a:rPr lang="en-US" sz="1100" b="0" i="0">
                  <a:solidFill>
                    <a:schemeClr val="accent3"/>
                  </a:solidFill>
                  <a:latin typeface="Aptos Light" panose="020B0004020202020204" pitchFamily="34" charset="0"/>
                </a:rPr>
                <a:t>Drag the first-line indent marker (bullet) and left indent marker (text) for precise control.</a:t>
              </a:r>
            </a:p>
          </p:txBody>
        </p:sp>
        <p:cxnSp>
          <p:nvCxnSpPr>
            <p:cNvPr id="82" name="Straight Connector 81">
              <a:extLst>
                <a:ext uri="{FF2B5EF4-FFF2-40B4-BE49-F238E27FC236}">
                  <a16:creationId xmlns:a16="http://schemas.microsoft.com/office/drawing/2014/main" id="{18414CD6-FD97-9B19-CFDF-E2366FC4DBC0}"/>
                </a:ext>
              </a:extLst>
            </p:cNvPr>
            <p:cNvCxnSpPr>
              <a:cxnSpLocks/>
            </p:cNvCxnSpPr>
            <p:nvPr userDrawn="1"/>
          </p:nvCxnSpPr>
          <p:spPr>
            <a:xfrm>
              <a:off x="12438090" y="5579969"/>
              <a:ext cx="1620810" cy="0"/>
            </a:xfrm>
            <a:prstGeom prst="line">
              <a:avLst/>
            </a:prstGeom>
            <a:ln w="12700">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04171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 Col — Dark">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2728B959-E292-F3A1-FDF3-232BF5F462D6}"/>
              </a:ext>
            </a:extLst>
          </p:cNvPr>
          <p:cNvPicPr>
            <a:picLocks noChangeAspect="1"/>
          </p:cNvPicPr>
          <p:nvPr userDrawn="1"/>
        </p:nvPicPr>
        <p:blipFill>
          <a:blip r:embed="rId2">
            <a:alphaModFix amt="25000"/>
          </a:blip>
          <a:srcRect t="28659" r="20900" b="34926"/>
          <a:stretch>
            <a:fillRect/>
          </a:stretch>
        </p:blipFill>
        <p:spPr>
          <a:xfrm flipV="1">
            <a:off x="571426" y="6998154"/>
            <a:ext cx="14058975" cy="1231445"/>
          </a:xfrm>
          <a:prstGeom prst="rect">
            <a:avLst/>
          </a:prstGeom>
        </p:spPr>
      </p:pic>
      <p:sp>
        <p:nvSpPr>
          <p:cNvPr id="2" name="Title 1">
            <a:extLst>
              <a:ext uri="{FF2B5EF4-FFF2-40B4-BE49-F238E27FC236}">
                <a16:creationId xmlns:a16="http://schemas.microsoft.com/office/drawing/2014/main" id="{398DD54A-C94A-C03D-CF4B-22EFA6191F21}"/>
              </a:ext>
            </a:extLst>
          </p:cNvPr>
          <p:cNvSpPr>
            <a:spLocks noGrp="1"/>
          </p:cNvSpPr>
          <p:nvPr>
            <p:ph type="title"/>
          </p:nvPr>
        </p:nvSpPr>
        <p:spPr>
          <a:xfrm>
            <a:off x="1142999" y="919163"/>
            <a:ext cx="12452352" cy="833437"/>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2767E8D4-59B0-B41F-BA32-EB3AB656A131}"/>
              </a:ext>
            </a:extLst>
          </p:cNvPr>
          <p:cNvSpPr>
            <a:spLocks noGrp="1"/>
          </p:cNvSpPr>
          <p:nvPr>
            <p:ph type="sldNum" sz="quarter" idx="10"/>
          </p:nvPr>
        </p:nvSpPr>
        <p:spPr/>
        <p:txBody>
          <a:bodyPr/>
          <a:lstStyle/>
          <a:p>
            <a:fld id="{690F28F1-749B-6E43-9C6F-A927F429EFEC}" type="slidenum">
              <a:rPr lang="en-US" smtClean="0"/>
              <a:pPr/>
              <a:t>‹#›</a:t>
            </a:fld>
            <a:endParaRPr lang="en-US"/>
          </a:p>
        </p:txBody>
      </p:sp>
      <p:sp>
        <p:nvSpPr>
          <p:cNvPr id="4" name="Date Placeholder 3">
            <a:extLst>
              <a:ext uri="{FF2B5EF4-FFF2-40B4-BE49-F238E27FC236}">
                <a16:creationId xmlns:a16="http://schemas.microsoft.com/office/drawing/2014/main" id="{33795591-55FF-554B-5A80-F9D22086F5EB}"/>
              </a:ext>
            </a:extLst>
          </p:cNvPr>
          <p:cNvSpPr>
            <a:spLocks noGrp="1"/>
          </p:cNvSpPr>
          <p:nvPr>
            <p:ph type="dt" sz="half" idx="11"/>
          </p:nvPr>
        </p:nvSpPr>
        <p:spPr/>
        <p:txBody>
          <a:bodyPr/>
          <a:lstStyle/>
          <a:p>
            <a:r>
              <a:rPr lang="en-US"/>
              <a:t>2025</a:t>
            </a:r>
          </a:p>
        </p:txBody>
      </p:sp>
      <p:sp>
        <p:nvSpPr>
          <p:cNvPr id="5" name="Footer Placeholder 4">
            <a:extLst>
              <a:ext uri="{FF2B5EF4-FFF2-40B4-BE49-F238E27FC236}">
                <a16:creationId xmlns:a16="http://schemas.microsoft.com/office/drawing/2014/main" id="{9F40A6FC-81DB-5649-67FC-A5E9FF5F59D2}"/>
              </a:ext>
            </a:extLst>
          </p:cNvPr>
          <p:cNvSpPr>
            <a:spLocks noGrp="1"/>
          </p:cNvSpPr>
          <p:nvPr>
            <p:ph type="ftr" sz="quarter" idx="12"/>
          </p:nvPr>
        </p:nvSpPr>
        <p:spPr/>
        <p:txBody>
          <a:bodyPr/>
          <a:lstStyle/>
          <a:p>
            <a:pPr algn="l"/>
            <a:r>
              <a:rPr lang="en-US"/>
              <a:t>Footer ( delete if not needed )   </a:t>
            </a:r>
            <a:endParaRPr lang="en-US">
              <a:latin typeface="Aptos Light" panose="020B0004020202020204" pitchFamily="34" charset="0"/>
            </a:endParaRPr>
          </a:p>
        </p:txBody>
      </p:sp>
      <p:sp>
        <p:nvSpPr>
          <p:cNvPr id="17" name="Text Placeholder 16">
            <a:extLst>
              <a:ext uri="{FF2B5EF4-FFF2-40B4-BE49-F238E27FC236}">
                <a16:creationId xmlns:a16="http://schemas.microsoft.com/office/drawing/2014/main" id="{07B22848-0011-4B41-0FE7-E40D6450C526}"/>
              </a:ext>
            </a:extLst>
          </p:cNvPr>
          <p:cNvSpPr>
            <a:spLocks noGrp="1"/>
          </p:cNvSpPr>
          <p:nvPr>
            <p:ph type="body" sz="quarter" idx="14" hasCustomPrompt="1"/>
          </p:nvPr>
        </p:nvSpPr>
        <p:spPr>
          <a:xfrm>
            <a:off x="1142999" y="571499"/>
            <a:ext cx="7010401" cy="252413"/>
          </a:xfrm>
        </p:spPr>
        <p:txBody>
          <a:bodyPr bIns="0" anchor="t"/>
          <a:lstStyle>
            <a:lvl1pPr>
              <a:buNone/>
              <a:defRPr sz="1400" spc="100" baseline="0">
                <a:solidFill>
                  <a:schemeClr val="bg2"/>
                </a:solidFill>
              </a:defRPr>
            </a:lvl1pPr>
          </a:lstStyle>
          <a:p>
            <a:pPr lvl="0"/>
            <a:r>
              <a:rPr lang="en-US"/>
              <a:t>PREHEADER ( DELETE IF NOT NEEDED )</a:t>
            </a:r>
          </a:p>
        </p:txBody>
      </p:sp>
      <p:sp>
        <p:nvSpPr>
          <p:cNvPr id="11" name="Content Placeholder 10">
            <a:extLst>
              <a:ext uri="{FF2B5EF4-FFF2-40B4-BE49-F238E27FC236}">
                <a16:creationId xmlns:a16="http://schemas.microsoft.com/office/drawing/2014/main" id="{3749EBC8-7BC7-35F1-8E91-076988C8344B}"/>
              </a:ext>
            </a:extLst>
          </p:cNvPr>
          <p:cNvSpPr>
            <a:spLocks noGrp="1"/>
          </p:cNvSpPr>
          <p:nvPr>
            <p:ph sz="quarter" idx="17"/>
          </p:nvPr>
        </p:nvSpPr>
        <p:spPr>
          <a:xfrm>
            <a:off x="1143001" y="2057398"/>
            <a:ext cx="12452350" cy="5600702"/>
          </a:xfrm>
          <a:prstGeom prst="roundRect">
            <a:avLst>
              <a:gd name="adj" fmla="val 0"/>
            </a:avLst>
          </a:prstGeom>
        </p:spPr>
        <p:txBody>
          <a:bodyPr/>
          <a:lstStyle>
            <a:lvl4pPr marL="860425" indent="-325438">
              <a:tabLst/>
              <a:defRPr/>
            </a:lvl4pPr>
            <a:lvl5pPr marL="860425" indent="-325438">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02208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Intro P + 2 Col — Dar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5058859-CD0A-CCA3-84A3-D7200C45CB04}"/>
              </a:ext>
            </a:extLst>
          </p:cNvPr>
          <p:cNvPicPr>
            <a:picLocks noChangeAspect="1"/>
          </p:cNvPicPr>
          <p:nvPr userDrawn="1"/>
        </p:nvPicPr>
        <p:blipFill>
          <a:blip r:embed="rId2">
            <a:alphaModFix amt="25000"/>
          </a:blip>
          <a:srcRect t="28659" r="20900" b="34926"/>
          <a:stretch>
            <a:fillRect/>
          </a:stretch>
        </p:blipFill>
        <p:spPr>
          <a:xfrm flipV="1">
            <a:off x="571426" y="6998154"/>
            <a:ext cx="14058975" cy="1231445"/>
          </a:xfrm>
          <a:prstGeom prst="rect">
            <a:avLst/>
          </a:prstGeom>
        </p:spPr>
      </p:pic>
      <p:sp>
        <p:nvSpPr>
          <p:cNvPr id="2" name="Title 1">
            <a:extLst>
              <a:ext uri="{FF2B5EF4-FFF2-40B4-BE49-F238E27FC236}">
                <a16:creationId xmlns:a16="http://schemas.microsoft.com/office/drawing/2014/main" id="{398DD54A-C94A-C03D-CF4B-22EFA6191F21}"/>
              </a:ext>
            </a:extLst>
          </p:cNvPr>
          <p:cNvSpPr>
            <a:spLocks noGrp="1"/>
          </p:cNvSpPr>
          <p:nvPr>
            <p:ph type="title"/>
          </p:nvPr>
        </p:nvSpPr>
        <p:spPr>
          <a:xfrm>
            <a:off x="1142999" y="919163"/>
            <a:ext cx="12452352" cy="833437"/>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2767E8D4-59B0-B41F-BA32-EB3AB656A131}"/>
              </a:ext>
            </a:extLst>
          </p:cNvPr>
          <p:cNvSpPr>
            <a:spLocks noGrp="1"/>
          </p:cNvSpPr>
          <p:nvPr>
            <p:ph type="sldNum" sz="quarter" idx="10"/>
          </p:nvPr>
        </p:nvSpPr>
        <p:spPr/>
        <p:txBody>
          <a:bodyPr/>
          <a:lstStyle/>
          <a:p>
            <a:fld id="{690F28F1-749B-6E43-9C6F-A927F429EFEC}" type="slidenum">
              <a:rPr lang="en-US" smtClean="0"/>
              <a:pPr/>
              <a:t>‹#›</a:t>
            </a:fld>
            <a:endParaRPr lang="en-US"/>
          </a:p>
        </p:txBody>
      </p:sp>
      <p:sp>
        <p:nvSpPr>
          <p:cNvPr id="4" name="Date Placeholder 3">
            <a:extLst>
              <a:ext uri="{FF2B5EF4-FFF2-40B4-BE49-F238E27FC236}">
                <a16:creationId xmlns:a16="http://schemas.microsoft.com/office/drawing/2014/main" id="{33795591-55FF-554B-5A80-F9D22086F5EB}"/>
              </a:ext>
            </a:extLst>
          </p:cNvPr>
          <p:cNvSpPr>
            <a:spLocks noGrp="1"/>
          </p:cNvSpPr>
          <p:nvPr>
            <p:ph type="dt" sz="half" idx="11"/>
          </p:nvPr>
        </p:nvSpPr>
        <p:spPr/>
        <p:txBody>
          <a:bodyPr/>
          <a:lstStyle/>
          <a:p>
            <a:r>
              <a:rPr lang="en-US"/>
              <a:t>2025</a:t>
            </a:r>
          </a:p>
        </p:txBody>
      </p:sp>
      <p:sp>
        <p:nvSpPr>
          <p:cNvPr id="5" name="Footer Placeholder 4">
            <a:extLst>
              <a:ext uri="{FF2B5EF4-FFF2-40B4-BE49-F238E27FC236}">
                <a16:creationId xmlns:a16="http://schemas.microsoft.com/office/drawing/2014/main" id="{9F40A6FC-81DB-5649-67FC-A5E9FF5F59D2}"/>
              </a:ext>
            </a:extLst>
          </p:cNvPr>
          <p:cNvSpPr>
            <a:spLocks noGrp="1"/>
          </p:cNvSpPr>
          <p:nvPr>
            <p:ph type="ftr" sz="quarter" idx="12"/>
          </p:nvPr>
        </p:nvSpPr>
        <p:spPr/>
        <p:txBody>
          <a:bodyPr/>
          <a:lstStyle/>
          <a:p>
            <a:pPr algn="l"/>
            <a:r>
              <a:rPr lang="en-US"/>
              <a:t>Footer ( delete if not needed )   </a:t>
            </a:r>
            <a:endParaRPr lang="en-US">
              <a:latin typeface="Aptos Light" panose="020B0004020202020204" pitchFamily="34" charset="0"/>
            </a:endParaRPr>
          </a:p>
        </p:txBody>
      </p:sp>
      <p:sp>
        <p:nvSpPr>
          <p:cNvPr id="17" name="Text Placeholder 16">
            <a:extLst>
              <a:ext uri="{FF2B5EF4-FFF2-40B4-BE49-F238E27FC236}">
                <a16:creationId xmlns:a16="http://schemas.microsoft.com/office/drawing/2014/main" id="{07B22848-0011-4B41-0FE7-E40D6450C526}"/>
              </a:ext>
            </a:extLst>
          </p:cNvPr>
          <p:cNvSpPr>
            <a:spLocks noGrp="1"/>
          </p:cNvSpPr>
          <p:nvPr>
            <p:ph type="body" sz="quarter" idx="14" hasCustomPrompt="1"/>
          </p:nvPr>
        </p:nvSpPr>
        <p:spPr>
          <a:xfrm>
            <a:off x="1142999" y="571499"/>
            <a:ext cx="7010401" cy="252413"/>
          </a:xfrm>
        </p:spPr>
        <p:txBody>
          <a:bodyPr bIns="0" anchor="t"/>
          <a:lstStyle>
            <a:lvl1pPr>
              <a:buNone/>
              <a:defRPr sz="1400" spc="100" baseline="0">
                <a:solidFill>
                  <a:schemeClr val="bg2"/>
                </a:solidFill>
              </a:defRPr>
            </a:lvl1pPr>
          </a:lstStyle>
          <a:p>
            <a:pPr lvl="0"/>
            <a:r>
              <a:rPr lang="en-US"/>
              <a:t>PREHEADER ( DELETE IF NOT NEEDED )</a:t>
            </a:r>
          </a:p>
        </p:txBody>
      </p:sp>
      <p:sp>
        <p:nvSpPr>
          <p:cNvPr id="9" name="Content Placeholder 8">
            <a:extLst>
              <a:ext uri="{FF2B5EF4-FFF2-40B4-BE49-F238E27FC236}">
                <a16:creationId xmlns:a16="http://schemas.microsoft.com/office/drawing/2014/main" id="{500D89D3-D9CC-D36B-6AB8-CEA29193CF7B}"/>
              </a:ext>
            </a:extLst>
          </p:cNvPr>
          <p:cNvSpPr>
            <a:spLocks noGrp="1"/>
          </p:cNvSpPr>
          <p:nvPr>
            <p:ph sz="quarter" idx="16"/>
          </p:nvPr>
        </p:nvSpPr>
        <p:spPr>
          <a:xfrm>
            <a:off x="1143000" y="2047875"/>
            <a:ext cx="12452350" cy="833437"/>
          </a:xfrm>
        </p:spPr>
        <p:txBody>
          <a:bodyPr wrap="square"/>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3749EBC8-7BC7-35F1-8E91-076988C8344B}"/>
              </a:ext>
            </a:extLst>
          </p:cNvPr>
          <p:cNvSpPr>
            <a:spLocks noGrp="1"/>
          </p:cNvSpPr>
          <p:nvPr>
            <p:ph sz="quarter" idx="17"/>
          </p:nvPr>
        </p:nvSpPr>
        <p:spPr>
          <a:xfrm>
            <a:off x="1143001" y="3200400"/>
            <a:ext cx="5905500" cy="4457700"/>
          </a:xfrm>
          <a:prstGeom prst="roundRect">
            <a:avLst>
              <a:gd name="adj" fmla="val 5926"/>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0">
            <a:extLst>
              <a:ext uri="{FF2B5EF4-FFF2-40B4-BE49-F238E27FC236}">
                <a16:creationId xmlns:a16="http://schemas.microsoft.com/office/drawing/2014/main" id="{CC9C8A9C-9BEE-60B8-1D67-837D9F4F6874}"/>
              </a:ext>
            </a:extLst>
          </p:cNvPr>
          <p:cNvSpPr>
            <a:spLocks noGrp="1"/>
          </p:cNvSpPr>
          <p:nvPr>
            <p:ph sz="quarter" idx="18"/>
          </p:nvPr>
        </p:nvSpPr>
        <p:spPr>
          <a:xfrm>
            <a:off x="7686676" y="3200400"/>
            <a:ext cx="5905500" cy="4457700"/>
          </a:xfrm>
          <a:prstGeom prst="roundRect">
            <a:avLst>
              <a:gd name="adj" fmla="val 5926"/>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7135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 Col — Dar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5058859-CD0A-CCA3-84A3-D7200C45CB04}"/>
              </a:ext>
            </a:extLst>
          </p:cNvPr>
          <p:cNvPicPr>
            <a:picLocks noChangeAspect="1"/>
          </p:cNvPicPr>
          <p:nvPr userDrawn="1"/>
        </p:nvPicPr>
        <p:blipFill>
          <a:blip r:embed="rId2">
            <a:alphaModFix amt="25000"/>
          </a:blip>
          <a:srcRect t="28659" r="20900" b="34926"/>
          <a:stretch>
            <a:fillRect/>
          </a:stretch>
        </p:blipFill>
        <p:spPr>
          <a:xfrm flipV="1">
            <a:off x="571426" y="6998154"/>
            <a:ext cx="14058975" cy="1231445"/>
          </a:xfrm>
          <a:prstGeom prst="rect">
            <a:avLst/>
          </a:prstGeom>
        </p:spPr>
      </p:pic>
      <p:sp>
        <p:nvSpPr>
          <p:cNvPr id="2" name="Title 1">
            <a:extLst>
              <a:ext uri="{FF2B5EF4-FFF2-40B4-BE49-F238E27FC236}">
                <a16:creationId xmlns:a16="http://schemas.microsoft.com/office/drawing/2014/main" id="{398DD54A-C94A-C03D-CF4B-22EFA6191F21}"/>
              </a:ext>
            </a:extLst>
          </p:cNvPr>
          <p:cNvSpPr>
            <a:spLocks noGrp="1"/>
          </p:cNvSpPr>
          <p:nvPr>
            <p:ph type="title"/>
          </p:nvPr>
        </p:nvSpPr>
        <p:spPr>
          <a:xfrm>
            <a:off x="1142999" y="919163"/>
            <a:ext cx="12452352" cy="833437"/>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2767E8D4-59B0-B41F-BA32-EB3AB656A131}"/>
              </a:ext>
            </a:extLst>
          </p:cNvPr>
          <p:cNvSpPr>
            <a:spLocks noGrp="1"/>
          </p:cNvSpPr>
          <p:nvPr>
            <p:ph type="sldNum" sz="quarter" idx="10"/>
          </p:nvPr>
        </p:nvSpPr>
        <p:spPr/>
        <p:txBody>
          <a:bodyPr/>
          <a:lstStyle/>
          <a:p>
            <a:fld id="{690F28F1-749B-6E43-9C6F-A927F429EFEC}" type="slidenum">
              <a:rPr lang="en-US" smtClean="0"/>
              <a:pPr/>
              <a:t>‹#›</a:t>
            </a:fld>
            <a:endParaRPr lang="en-US"/>
          </a:p>
        </p:txBody>
      </p:sp>
      <p:sp>
        <p:nvSpPr>
          <p:cNvPr id="4" name="Date Placeholder 3">
            <a:extLst>
              <a:ext uri="{FF2B5EF4-FFF2-40B4-BE49-F238E27FC236}">
                <a16:creationId xmlns:a16="http://schemas.microsoft.com/office/drawing/2014/main" id="{33795591-55FF-554B-5A80-F9D22086F5EB}"/>
              </a:ext>
            </a:extLst>
          </p:cNvPr>
          <p:cNvSpPr>
            <a:spLocks noGrp="1"/>
          </p:cNvSpPr>
          <p:nvPr>
            <p:ph type="dt" sz="half" idx="11"/>
          </p:nvPr>
        </p:nvSpPr>
        <p:spPr/>
        <p:txBody>
          <a:bodyPr/>
          <a:lstStyle/>
          <a:p>
            <a:r>
              <a:rPr lang="en-US"/>
              <a:t>2025</a:t>
            </a:r>
          </a:p>
        </p:txBody>
      </p:sp>
      <p:sp>
        <p:nvSpPr>
          <p:cNvPr id="5" name="Footer Placeholder 4">
            <a:extLst>
              <a:ext uri="{FF2B5EF4-FFF2-40B4-BE49-F238E27FC236}">
                <a16:creationId xmlns:a16="http://schemas.microsoft.com/office/drawing/2014/main" id="{9F40A6FC-81DB-5649-67FC-A5E9FF5F59D2}"/>
              </a:ext>
            </a:extLst>
          </p:cNvPr>
          <p:cNvSpPr>
            <a:spLocks noGrp="1"/>
          </p:cNvSpPr>
          <p:nvPr>
            <p:ph type="ftr" sz="quarter" idx="12"/>
          </p:nvPr>
        </p:nvSpPr>
        <p:spPr/>
        <p:txBody>
          <a:bodyPr/>
          <a:lstStyle/>
          <a:p>
            <a:pPr algn="l"/>
            <a:r>
              <a:rPr lang="en-US"/>
              <a:t>Footer ( delete if not needed )   </a:t>
            </a:r>
            <a:endParaRPr lang="en-US">
              <a:latin typeface="Aptos Light" panose="020B0004020202020204" pitchFamily="34" charset="0"/>
            </a:endParaRPr>
          </a:p>
        </p:txBody>
      </p:sp>
      <p:sp>
        <p:nvSpPr>
          <p:cNvPr id="17" name="Text Placeholder 16">
            <a:extLst>
              <a:ext uri="{FF2B5EF4-FFF2-40B4-BE49-F238E27FC236}">
                <a16:creationId xmlns:a16="http://schemas.microsoft.com/office/drawing/2014/main" id="{07B22848-0011-4B41-0FE7-E40D6450C526}"/>
              </a:ext>
            </a:extLst>
          </p:cNvPr>
          <p:cNvSpPr>
            <a:spLocks noGrp="1"/>
          </p:cNvSpPr>
          <p:nvPr>
            <p:ph type="body" sz="quarter" idx="14" hasCustomPrompt="1"/>
          </p:nvPr>
        </p:nvSpPr>
        <p:spPr>
          <a:xfrm>
            <a:off x="1142999" y="571499"/>
            <a:ext cx="7010401" cy="252413"/>
          </a:xfrm>
        </p:spPr>
        <p:txBody>
          <a:bodyPr bIns="0" anchor="t"/>
          <a:lstStyle>
            <a:lvl1pPr>
              <a:buNone/>
              <a:defRPr sz="1400" spc="100" baseline="0">
                <a:solidFill>
                  <a:schemeClr val="bg2"/>
                </a:solidFill>
              </a:defRPr>
            </a:lvl1pPr>
          </a:lstStyle>
          <a:p>
            <a:pPr lvl="0"/>
            <a:r>
              <a:rPr lang="en-US"/>
              <a:t>PREHEADER ( DELETE IF NOT NEEDED )</a:t>
            </a:r>
          </a:p>
        </p:txBody>
      </p:sp>
      <p:sp>
        <p:nvSpPr>
          <p:cNvPr id="11" name="Content Placeholder 10">
            <a:extLst>
              <a:ext uri="{FF2B5EF4-FFF2-40B4-BE49-F238E27FC236}">
                <a16:creationId xmlns:a16="http://schemas.microsoft.com/office/drawing/2014/main" id="{3749EBC8-7BC7-35F1-8E91-076988C8344B}"/>
              </a:ext>
            </a:extLst>
          </p:cNvPr>
          <p:cNvSpPr>
            <a:spLocks noGrp="1"/>
          </p:cNvSpPr>
          <p:nvPr>
            <p:ph sz="quarter" idx="17"/>
          </p:nvPr>
        </p:nvSpPr>
        <p:spPr>
          <a:xfrm>
            <a:off x="1143001" y="2047875"/>
            <a:ext cx="5905500" cy="5610225"/>
          </a:xfrm>
          <a:prstGeom prst="roundRect">
            <a:avLst>
              <a:gd name="adj" fmla="val 5926"/>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0">
            <a:extLst>
              <a:ext uri="{FF2B5EF4-FFF2-40B4-BE49-F238E27FC236}">
                <a16:creationId xmlns:a16="http://schemas.microsoft.com/office/drawing/2014/main" id="{CC9C8A9C-9BEE-60B8-1D67-837D9F4F6874}"/>
              </a:ext>
            </a:extLst>
          </p:cNvPr>
          <p:cNvSpPr>
            <a:spLocks noGrp="1"/>
          </p:cNvSpPr>
          <p:nvPr>
            <p:ph sz="quarter" idx="18"/>
          </p:nvPr>
        </p:nvSpPr>
        <p:spPr>
          <a:xfrm>
            <a:off x="7686676" y="2047875"/>
            <a:ext cx="5905500" cy="5610225"/>
          </a:xfrm>
          <a:prstGeom prst="roundRect">
            <a:avLst>
              <a:gd name="adj" fmla="val 5926"/>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08127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 Col — Dar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5058859-CD0A-CCA3-84A3-D7200C45CB04}"/>
              </a:ext>
            </a:extLst>
          </p:cNvPr>
          <p:cNvPicPr>
            <a:picLocks noChangeAspect="1"/>
          </p:cNvPicPr>
          <p:nvPr userDrawn="1"/>
        </p:nvPicPr>
        <p:blipFill>
          <a:blip r:embed="rId2">
            <a:alphaModFix amt="25000"/>
          </a:blip>
          <a:srcRect t="28659" r="20900" b="34926"/>
          <a:stretch>
            <a:fillRect/>
          </a:stretch>
        </p:blipFill>
        <p:spPr>
          <a:xfrm flipV="1">
            <a:off x="571426" y="6998154"/>
            <a:ext cx="14058975" cy="1231445"/>
          </a:xfrm>
          <a:prstGeom prst="rect">
            <a:avLst/>
          </a:prstGeom>
        </p:spPr>
      </p:pic>
      <p:sp>
        <p:nvSpPr>
          <p:cNvPr id="2" name="Title 1">
            <a:extLst>
              <a:ext uri="{FF2B5EF4-FFF2-40B4-BE49-F238E27FC236}">
                <a16:creationId xmlns:a16="http://schemas.microsoft.com/office/drawing/2014/main" id="{398DD54A-C94A-C03D-CF4B-22EFA6191F21}"/>
              </a:ext>
            </a:extLst>
          </p:cNvPr>
          <p:cNvSpPr>
            <a:spLocks noGrp="1"/>
          </p:cNvSpPr>
          <p:nvPr>
            <p:ph type="title"/>
          </p:nvPr>
        </p:nvSpPr>
        <p:spPr>
          <a:xfrm>
            <a:off x="1142999" y="919163"/>
            <a:ext cx="12452352" cy="833437"/>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2767E8D4-59B0-B41F-BA32-EB3AB656A131}"/>
              </a:ext>
            </a:extLst>
          </p:cNvPr>
          <p:cNvSpPr>
            <a:spLocks noGrp="1"/>
          </p:cNvSpPr>
          <p:nvPr>
            <p:ph type="sldNum" sz="quarter" idx="10"/>
          </p:nvPr>
        </p:nvSpPr>
        <p:spPr/>
        <p:txBody>
          <a:bodyPr/>
          <a:lstStyle/>
          <a:p>
            <a:fld id="{690F28F1-749B-6E43-9C6F-A927F429EFEC}" type="slidenum">
              <a:rPr lang="en-US" smtClean="0"/>
              <a:pPr/>
              <a:t>‹#›</a:t>
            </a:fld>
            <a:endParaRPr lang="en-US"/>
          </a:p>
        </p:txBody>
      </p:sp>
      <p:sp>
        <p:nvSpPr>
          <p:cNvPr id="4" name="Date Placeholder 3">
            <a:extLst>
              <a:ext uri="{FF2B5EF4-FFF2-40B4-BE49-F238E27FC236}">
                <a16:creationId xmlns:a16="http://schemas.microsoft.com/office/drawing/2014/main" id="{33795591-55FF-554B-5A80-F9D22086F5EB}"/>
              </a:ext>
            </a:extLst>
          </p:cNvPr>
          <p:cNvSpPr>
            <a:spLocks noGrp="1"/>
          </p:cNvSpPr>
          <p:nvPr>
            <p:ph type="dt" sz="half" idx="11"/>
          </p:nvPr>
        </p:nvSpPr>
        <p:spPr/>
        <p:txBody>
          <a:bodyPr/>
          <a:lstStyle/>
          <a:p>
            <a:r>
              <a:rPr lang="en-US"/>
              <a:t>2025</a:t>
            </a:r>
          </a:p>
        </p:txBody>
      </p:sp>
      <p:sp>
        <p:nvSpPr>
          <p:cNvPr id="5" name="Footer Placeholder 4">
            <a:extLst>
              <a:ext uri="{FF2B5EF4-FFF2-40B4-BE49-F238E27FC236}">
                <a16:creationId xmlns:a16="http://schemas.microsoft.com/office/drawing/2014/main" id="{9F40A6FC-81DB-5649-67FC-A5E9FF5F59D2}"/>
              </a:ext>
            </a:extLst>
          </p:cNvPr>
          <p:cNvSpPr>
            <a:spLocks noGrp="1"/>
          </p:cNvSpPr>
          <p:nvPr>
            <p:ph type="ftr" sz="quarter" idx="12"/>
          </p:nvPr>
        </p:nvSpPr>
        <p:spPr/>
        <p:txBody>
          <a:bodyPr/>
          <a:lstStyle/>
          <a:p>
            <a:pPr algn="l"/>
            <a:r>
              <a:rPr lang="en-US"/>
              <a:t>Footer ( delete if not needed )   </a:t>
            </a:r>
            <a:endParaRPr lang="en-US">
              <a:latin typeface="Aptos Light" panose="020B0004020202020204" pitchFamily="34" charset="0"/>
            </a:endParaRPr>
          </a:p>
        </p:txBody>
      </p:sp>
      <p:sp>
        <p:nvSpPr>
          <p:cNvPr id="17" name="Text Placeholder 16">
            <a:extLst>
              <a:ext uri="{FF2B5EF4-FFF2-40B4-BE49-F238E27FC236}">
                <a16:creationId xmlns:a16="http://schemas.microsoft.com/office/drawing/2014/main" id="{07B22848-0011-4B41-0FE7-E40D6450C526}"/>
              </a:ext>
            </a:extLst>
          </p:cNvPr>
          <p:cNvSpPr>
            <a:spLocks noGrp="1"/>
          </p:cNvSpPr>
          <p:nvPr>
            <p:ph type="body" sz="quarter" idx="14" hasCustomPrompt="1"/>
          </p:nvPr>
        </p:nvSpPr>
        <p:spPr>
          <a:xfrm>
            <a:off x="1142999" y="571499"/>
            <a:ext cx="7010401" cy="252413"/>
          </a:xfrm>
        </p:spPr>
        <p:txBody>
          <a:bodyPr bIns="0" anchor="t"/>
          <a:lstStyle>
            <a:lvl1pPr>
              <a:buNone/>
              <a:defRPr sz="1400" spc="100" baseline="0">
                <a:solidFill>
                  <a:schemeClr val="bg2"/>
                </a:solidFill>
              </a:defRPr>
            </a:lvl1pPr>
          </a:lstStyle>
          <a:p>
            <a:pPr lvl="0"/>
            <a:r>
              <a:rPr lang="en-US"/>
              <a:t>PREHEADER ( DELETE IF NOT NEEDED )</a:t>
            </a:r>
          </a:p>
        </p:txBody>
      </p:sp>
      <p:sp>
        <p:nvSpPr>
          <p:cNvPr id="11" name="Content Placeholder 10">
            <a:extLst>
              <a:ext uri="{FF2B5EF4-FFF2-40B4-BE49-F238E27FC236}">
                <a16:creationId xmlns:a16="http://schemas.microsoft.com/office/drawing/2014/main" id="{3749EBC8-7BC7-35F1-8E91-076988C8344B}"/>
              </a:ext>
            </a:extLst>
          </p:cNvPr>
          <p:cNvSpPr>
            <a:spLocks noGrp="1"/>
          </p:cNvSpPr>
          <p:nvPr>
            <p:ph sz="quarter" idx="17"/>
          </p:nvPr>
        </p:nvSpPr>
        <p:spPr>
          <a:xfrm>
            <a:off x="1143001" y="2047875"/>
            <a:ext cx="3733799" cy="5610225"/>
          </a:xfrm>
          <a:prstGeom prst="roundRect">
            <a:avLst>
              <a:gd name="adj" fmla="val 5926"/>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0">
            <a:extLst>
              <a:ext uri="{FF2B5EF4-FFF2-40B4-BE49-F238E27FC236}">
                <a16:creationId xmlns:a16="http://schemas.microsoft.com/office/drawing/2014/main" id="{CC9C8A9C-9BEE-60B8-1D67-837D9F4F6874}"/>
              </a:ext>
            </a:extLst>
          </p:cNvPr>
          <p:cNvSpPr>
            <a:spLocks noGrp="1"/>
          </p:cNvSpPr>
          <p:nvPr>
            <p:ph sz="quarter" idx="18"/>
          </p:nvPr>
        </p:nvSpPr>
        <p:spPr>
          <a:xfrm>
            <a:off x="5524501" y="2047875"/>
            <a:ext cx="3695700" cy="5610225"/>
          </a:xfrm>
          <a:prstGeom prst="roundRect">
            <a:avLst>
              <a:gd name="adj" fmla="val 5926"/>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0">
            <a:extLst>
              <a:ext uri="{FF2B5EF4-FFF2-40B4-BE49-F238E27FC236}">
                <a16:creationId xmlns:a16="http://schemas.microsoft.com/office/drawing/2014/main" id="{5E6F50E7-23BF-95FA-CA05-9A5ABA5D7CE2}"/>
              </a:ext>
            </a:extLst>
          </p:cNvPr>
          <p:cNvSpPr>
            <a:spLocks noGrp="1"/>
          </p:cNvSpPr>
          <p:nvPr>
            <p:ph sz="quarter" idx="19"/>
          </p:nvPr>
        </p:nvSpPr>
        <p:spPr>
          <a:xfrm>
            <a:off x="9913937" y="2047875"/>
            <a:ext cx="3695700" cy="5610225"/>
          </a:xfrm>
          <a:prstGeom prst="roundRect">
            <a:avLst>
              <a:gd name="adj" fmla="val 5926"/>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41806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Dark—2">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2C78F76-6793-4DAF-BC43-72AE01ECE30B}"/>
              </a:ext>
            </a:extLst>
          </p:cNvPr>
          <p:cNvSpPr/>
          <p:nvPr userDrawn="1"/>
        </p:nvSpPr>
        <p:spPr>
          <a:xfrm>
            <a:off x="0" y="0"/>
            <a:ext cx="14649694" cy="8229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5B69C99E-440E-C144-5C32-C9512DD96048}"/>
              </a:ext>
            </a:extLst>
          </p:cNvPr>
          <p:cNvPicPr>
            <a:picLocks/>
          </p:cNvPicPr>
          <p:nvPr userDrawn="1"/>
        </p:nvPicPr>
        <p:blipFill>
          <a:blip r:embed="rId2">
            <a:alphaModFix/>
          </a:blip>
          <a:srcRect l="8781" t="6896" r="17132" b="35147"/>
          <a:stretch>
            <a:fillRect/>
          </a:stretch>
        </p:blipFill>
        <p:spPr>
          <a:xfrm>
            <a:off x="6597650" y="1207686"/>
            <a:ext cx="8074152" cy="7049811"/>
          </a:xfrm>
          <a:prstGeom prst="rect">
            <a:avLst/>
          </a:prstGeom>
        </p:spPr>
      </p:pic>
      <p:pic>
        <p:nvPicPr>
          <p:cNvPr id="22" name="Picture 21">
            <a:extLst>
              <a:ext uri="{FF2B5EF4-FFF2-40B4-BE49-F238E27FC236}">
                <a16:creationId xmlns:a16="http://schemas.microsoft.com/office/drawing/2014/main" id="{02F77BE0-34C4-CA3E-AC9A-57D14B25BA75}"/>
              </a:ext>
            </a:extLst>
          </p:cNvPr>
          <p:cNvPicPr>
            <a:picLocks noChangeAspect="1"/>
          </p:cNvPicPr>
          <p:nvPr userDrawn="1"/>
        </p:nvPicPr>
        <p:blipFill>
          <a:blip r:embed="rId3"/>
          <a:srcRect l="4692" t="-1" b="9998"/>
          <a:stretch>
            <a:fillRect/>
          </a:stretch>
        </p:blipFill>
        <p:spPr>
          <a:xfrm>
            <a:off x="7581900" y="1790701"/>
            <a:ext cx="6485613" cy="3543299"/>
          </a:xfrm>
          <a:prstGeom prst="rect">
            <a:avLst/>
          </a:prstGeom>
        </p:spPr>
      </p:pic>
      <p:sp>
        <p:nvSpPr>
          <p:cNvPr id="16" name="Text Placeholder 23">
            <a:extLst>
              <a:ext uri="{FF2B5EF4-FFF2-40B4-BE49-F238E27FC236}">
                <a16:creationId xmlns:a16="http://schemas.microsoft.com/office/drawing/2014/main" id="{4B3C70B4-B6D8-0E23-900F-572936E9365F}"/>
              </a:ext>
            </a:extLst>
          </p:cNvPr>
          <p:cNvSpPr>
            <a:spLocks noGrp="1"/>
          </p:cNvSpPr>
          <p:nvPr>
            <p:ph type="body" sz="quarter" idx="13" hasCustomPrompt="1"/>
          </p:nvPr>
        </p:nvSpPr>
        <p:spPr>
          <a:xfrm>
            <a:off x="1172308" y="5600701"/>
            <a:ext cx="5250599" cy="1171575"/>
          </a:xfrm>
          <a:prstGeom prst="rect">
            <a:avLst/>
          </a:prstGeom>
        </p:spPr>
        <p:txBody>
          <a:bodyPr numCol="1" spcCol="0"/>
          <a:lstStyle>
            <a:lvl1pPr marL="0" indent="0">
              <a:lnSpc>
                <a:spcPct val="100000"/>
              </a:lnSpc>
              <a:spcBef>
                <a:spcPts val="500"/>
              </a:spcBef>
              <a:spcAft>
                <a:spcPts val="0"/>
              </a:spcAft>
              <a:buNone/>
              <a:defRPr sz="3200" b="0" i="0" spc="0" baseline="0">
                <a:solidFill>
                  <a:schemeClr val="bg1"/>
                </a:solidFill>
                <a:latin typeface="Aptos Light" panose="020B0004020202020204" pitchFamily="34" charset="0"/>
              </a:defRPr>
            </a:lvl1pPr>
            <a:lvl2pPr>
              <a:defRPr sz="1450" b="0" i="0">
                <a:solidFill>
                  <a:schemeClr val="bg1"/>
                </a:solidFill>
                <a:latin typeface="Aptos" panose="020B0004020202020204" pitchFamily="34" charset="0"/>
              </a:defRPr>
            </a:lvl2pPr>
            <a:lvl3pPr>
              <a:defRPr sz="1350">
                <a:solidFill>
                  <a:schemeClr val="bg1"/>
                </a:solidFill>
              </a:defRPr>
            </a:lvl3pPr>
            <a:lvl4pPr>
              <a:defRPr>
                <a:solidFill>
                  <a:schemeClr val="bg1"/>
                </a:solidFill>
              </a:defRPr>
            </a:lvl4pPr>
            <a:lvl5pPr>
              <a:defRPr>
                <a:solidFill>
                  <a:schemeClr val="bg1"/>
                </a:solidFill>
              </a:defRPr>
            </a:lvl5pPr>
          </a:lstStyle>
          <a:p>
            <a:pPr lvl="0"/>
            <a:r>
              <a:rPr lang="en-US" dirty="0"/>
              <a:t>Click to add a subtitle here</a:t>
            </a:r>
          </a:p>
        </p:txBody>
      </p:sp>
      <p:sp>
        <p:nvSpPr>
          <p:cNvPr id="2" name="Title 1">
            <a:extLst>
              <a:ext uri="{FF2B5EF4-FFF2-40B4-BE49-F238E27FC236}">
                <a16:creationId xmlns:a16="http://schemas.microsoft.com/office/drawing/2014/main" id="{5A3BAFE8-3E88-214E-5D86-8CD3922C9B9E}"/>
              </a:ext>
            </a:extLst>
          </p:cNvPr>
          <p:cNvSpPr>
            <a:spLocks noGrp="1"/>
          </p:cNvSpPr>
          <p:nvPr>
            <p:ph type="title" hasCustomPrompt="1"/>
          </p:nvPr>
        </p:nvSpPr>
        <p:spPr>
          <a:xfrm>
            <a:off x="1172309" y="1457325"/>
            <a:ext cx="6338472" cy="3790951"/>
          </a:xfrm>
          <a:prstGeom prst="rect">
            <a:avLst/>
          </a:prstGeom>
        </p:spPr>
        <p:txBody>
          <a:bodyPr wrap="square" bIns="0" anchor="b"/>
          <a:lstStyle>
            <a:lvl1pPr>
              <a:lnSpc>
                <a:spcPct val="75000"/>
              </a:lnSpc>
              <a:spcBef>
                <a:spcPts val="1000"/>
              </a:spcBef>
              <a:defRPr sz="8700" b="0" i="0">
                <a:solidFill>
                  <a:schemeClr val="bg1"/>
                </a:solidFill>
                <a:latin typeface="Times New Roman" panose="02020603050405020304" pitchFamily="18" charset="0"/>
                <a:cs typeface="Times New Roman" panose="02020603050405020304" pitchFamily="18" charset="0"/>
              </a:defRPr>
            </a:lvl1pPr>
          </a:lstStyle>
          <a:p>
            <a:r>
              <a:rPr lang="en-US" dirty="0"/>
              <a:t>Click to Add Deck Title Here</a:t>
            </a:r>
          </a:p>
        </p:txBody>
      </p:sp>
      <p:pic>
        <p:nvPicPr>
          <p:cNvPr id="14" name="Picture 13">
            <a:extLst>
              <a:ext uri="{FF2B5EF4-FFF2-40B4-BE49-F238E27FC236}">
                <a16:creationId xmlns:a16="http://schemas.microsoft.com/office/drawing/2014/main" id="{1CA42D1C-E9FE-B49C-4831-DA2FEB6AB78B}"/>
              </a:ext>
            </a:extLst>
          </p:cNvPr>
          <p:cNvPicPr>
            <a:picLocks noChangeAspect="1"/>
          </p:cNvPicPr>
          <p:nvPr userDrawn="1"/>
        </p:nvPicPr>
        <p:blipFill>
          <a:blip r:embed="rId4"/>
          <a:stretch>
            <a:fillRect/>
          </a:stretch>
        </p:blipFill>
        <p:spPr>
          <a:xfrm>
            <a:off x="12933484" y="571500"/>
            <a:ext cx="1125416" cy="304800"/>
          </a:xfrm>
          <a:prstGeom prst="rect">
            <a:avLst/>
          </a:prstGeom>
        </p:spPr>
      </p:pic>
      <p:sp>
        <p:nvSpPr>
          <p:cNvPr id="15" name="Text Placeholder 9">
            <a:extLst>
              <a:ext uri="{FF2B5EF4-FFF2-40B4-BE49-F238E27FC236}">
                <a16:creationId xmlns:a16="http://schemas.microsoft.com/office/drawing/2014/main" id="{84CF39EF-BEF3-8A37-5DC9-05F525BFB6A4}"/>
              </a:ext>
            </a:extLst>
          </p:cNvPr>
          <p:cNvSpPr>
            <a:spLocks noGrp="1"/>
          </p:cNvSpPr>
          <p:nvPr>
            <p:ph type="body" sz="quarter" idx="12" hasCustomPrompt="1"/>
          </p:nvPr>
        </p:nvSpPr>
        <p:spPr>
          <a:xfrm>
            <a:off x="1150502" y="722376"/>
            <a:ext cx="1999098"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dirty="0"/>
              <a:t>First name M. Last name</a:t>
            </a:r>
          </a:p>
        </p:txBody>
      </p:sp>
      <p:sp>
        <p:nvSpPr>
          <p:cNvPr id="18" name="Text Placeholder 9">
            <a:extLst>
              <a:ext uri="{FF2B5EF4-FFF2-40B4-BE49-F238E27FC236}">
                <a16:creationId xmlns:a16="http://schemas.microsoft.com/office/drawing/2014/main" id="{9B9E3E2A-CC0D-3D4A-EB71-B019B794D8C5}"/>
              </a:ext>
            </a:extLst>
          </p:cNvPr>
          <p:cNvSpPr>
            <a:spLocks noGrp="1"/>
          </p:cNvSpPr>
          <p:nvPr>
            <p:ph type="body" sz="quarter" idx="19" hasCustomPrompt="1"/>
          </p:nvPr>
        </p:nvSpPr>
        <p:spPr>
          <a:xfrm>
            <a:off x="3342793" y="722376"/>
            <a:ext cx="1991207"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dirty="0"/>
              <a:t>Title Goes Here</a:t>
            </a:r>
          </a:p>
        </p:txBody>
      </p:sp>
      <p:sp>
        <p:nvSpPr>
          <p:cNvPr id="19" name="Text Placeholder 9">
            <a:extLst>
              <a:ext uri="{FF2B5EF4-FFF2-40B4-BE49-F238E27FC236}">
                <a16:creationId xmlns:a16="http://schemas.microsoft.com/office/drawing/2014/main" id="{405E7F5E-0920-C67E-2AC4-A2F02AC300A4}"/>
              </a:ext>
            </a:extLst>
          </p:cNvPr>
          <p:cNvSpPr>
            <a:spLocks noGrp="1"/>
          </p:cNvSpPr>
          <p:nvPr>
            <p:ph type="body" sz="quarter" idx="20" hasCustomPrompt="1"/>
          </p:nvPr>
        </p:nvSpPr>
        <p:spPr>
          <a:xfrm>
            <a:off x="5511800" y="722376"/>
            <a:ext cx="1998980"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dirty="0"/>
              <a:t>Email Goes Here</a:t>
            </a:r>
          </a:p>
        </p:txBody>
      </p:sp>
      <p:sp>
        <p:nvSpPr>
          <p:cNvPr id="20" name="Text Placeholder 9">
            <a:extLst>
              <a:ext uri="{FF2B5EF4-FFF2-40B4-BE49-F238E27FC236}">
                <a16:creationId xmlns:a16="http://schemas.microsoft.com/office/drawing/2014/main" id="{56A50EAE-FB70-C593-AFCD-335484E2B2BA}"/>
              </a:ext>
            </a:extLst>
          </p:cNvPr>
          <p:cNvSpPr>
            <a:spLocks noGrp="1"/>
          </p:cNvSpPr>
          <p:nvPr>
            <p:ph type="body" sz="quarter" idx="23" hasCustomPrompt="1"/>
          </p:nvPr>
        </p:nvSpPr>
        <p:spPr>
          <a:xfrm>
            <a:off x="7703671" y="722376"/>
            <a:ext cx="1998980" cy="442976"/>
          </a:xfrm>
          <a:prstGeom prst="rect">
            <a:avLst/>
          </a:prstGeom>
        </p:spPr>
        <p:txBody>
          <a:bodyPr wrap="none" anchor="t"/>
          <a:lstStyle>
            <a:lvl1pPr algn="l">
              <a:buNone/>
              <a:defRPr sz="1200" b="0" i="0">
                <a:solidFill>
                  <a:schemeClr val="bg1"/>
                </a:solidFill>
                <a:latin typeface="Aptos Light" panose="020B0004020202020204" pitchFamily="34" charset="0"/>
              </a:defRPr>
            </a:lvl1pPr>
            <a:lvl2pPr>
              <a:defRPr sz="1400" b="0" i="0">
                <a:solidFill>
                  <a:schemeClr val="bg1"/>
                </a:solidFill>
                <a:latin typeface="Aptos Light" panose="020B0004020202020204" pitchFamily="34" charset="0"/>
              </a:defRPr>
            </a:lvl2pPr>
            <a:lvl3pPr>
              <a:defRPr sz="1400" b="0" i="0">
                <a:solidFill>
                  <a:schemeClr val="bg1"/>
                </a:solidFill>
                <a:latin typeface="Aptos Light" panose="020B0004020202020204" pitchFamily="34" charset="0"/>
              </a:defRPr>
            </a:lvl3pPr>
            <a:lvl4pPr>
              <a:defRPr sz="1400" b="0" i="0">
                <a:solidFill>
                  <a:schemeClr val="bg1"/>
                </a:solidFill>
                <a:latin typeface="Aptos Light" panose="020B0004020202020204" pitchFamily="34" charset="0"/>
              </a:defRPr>
            </a:lvl4pPr>
            <a:lvl5pPr>
              <a:defRPr sz="1400" b="0" i="0">
                <a:solidFill>
                  <a:schemeClr val="bg1"/>
                </a:solidFill>
                <a:latin typeface="Aptos Light" panose="020B0004020202020204" pitchFamily="34" charset="0"/>
              </a:defRPr>
            </a:lvl5pPr>
          </a:lstStyle>
          <a:p>
            <a:pPr lvl="0"/>
            <a:r>
              <a:rPr lang="en-US" dirty="0"/>
              <a:t>MM.DD.YYYY</a:t>
            </a:r>
          </a:p>
        </p:txBody>
      </p:sp>
      <p:grpSp>
        <p:nvGrpSpPr>
          <p:cNvPr id="3" name="Group 2">
            <a:extLst>
              <a:ext uri="{FF2B5EF4-FFF2-40B4-BE49-F238E27FC236}">
                <a16:creationId xmlns:a16="http://schemas.microsoft.com/office/drawing/2014/main" id="{276AB146-2B9D-760F-720A-483B0B50C408}"/>
              </a:ext>
            </a:extLst>
          </p:cNvPr>
          <p:cNvGrpSpPr/>
          <p:nvPr userDrawn="1"/>
        </p:nvGrpSpPr>
        <p:grpSpPr>
          <a:xfrm>
            <a:off x="1099483" y="7362824"/>
            <a:ext cx="1676400" cy="333375"/>
            <a:chOff x="1485900" y="7362824"/>
            <a:chExt cx="1676400" cy="333375"/>
          </a:xfrm>
        </p:grpSpPr>
        <p:sp>
          <p:nvSpPr>
            <p:cNvPr id="4" name="Footer Placeholder 1">
              <a:extLst>
                <a:ext uri="{FF2B5EF4-FFF2-40B4-BE49-F238E27FC236}">
                  <a16:creationId xmlns:a16="http://schemas.microsoft.com/office/drawing/2014/main" id="{68658754-E36B-50F0-610D-9A186B0425D9}"/>
                </a:ext>
              </a:extLst>
            </p:cNvPr>
            <p:cNvSpPr txBox="1">
              <a:spLocks/>
            </p:cNvSpPr>
            <p:nvPr userDrawn="1"/>
          </p:nvSpPr>
          <p:spPr>
            <a:xfrm>
              <a:off x="2139957" y="7362824"/>
              <a:ext cx="1022343" cy="333375"/>
            </a:xfrm>
            <a:prstGeom prst="rect">
              <a:avLst/>
            </a:prstGeom>
          </p:spPr>
          <p:txBody>
            <a:bodyPr vert="horz" lIns="0" tIns="0" rIns="0" bIns="0" rtlCol="0" anchor="b"/>
            <a:lstStyle>
              <a:defPPr>
                <a:defRPr lang="en-US"/>
              </a:defPPr>
              <a:lvl1pPr marL="0" algn="l" defTabSz="1097236" rtl="0" eaLnBrk="1" latinLnBrk="0" hangingPunct="1">
                <a:defRPr sz="900" kern="1200">
                  <a:solidFill>
                    <a:schemeClr val="tx1">
                      <a:tint val="82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pPr algn="l"/>
              <a:r>
                <a:rPr lang="en-US" sz="1200" spc="-12" dirty="0">
                  <a:solidFill>
                    <a:schemeClr val="bg1">
                      <a:alpha val="40000"/>
                    </a:schemeClr>
                  </a:solidFill>
                  <a:latin typeface="Aptos Light" panose="020B0004020202020204" pitchFamily="34" charset="0"/>
                </a:rPr>
                <a:t>|    Confidential</a:t>
              </a:r>
            </a:p>
          </p:txBody>
        </p:sp>
        <p:sp>
          <p:nvSpPr>
            <p:cNvPr id="5" name="Footer Placeholder 1">
              <a:extLst>
                <a:ext uri="{FF2B5EF4-FFF2-40B4-BE49-F238E27FC236}">
                  <a16:creationId xmlns:a16="http://schemas.microsoft.com/office/drawing/2014/main" id="{E660519E-AF26-8C49-CD06-2DCFBC075B40}"/>
                </a:ext>
              </a:extLst>
            </p:cNvPr>
            <p:cNvSpPr txBox="1">
              <a:spLocks/>
            </p:cNvSpPr>
            <p:nvPr userDrawn="1"/>
          </p:nvSpPr>
          <p:spPr>
            <a:xfrm>
              <a:off x="1600201" y="7362824"/>
              <a:ext cx="455612" cy="333375"/>
            </a:xfrm>
            <a:prstGeom prst="rect">
              <a:avLst/>
            </a:prstGeom>
          </p:spPr>
          <p:txBody>
            <a:bodyPr vert="horz" lIns="0" tIns="0" rIns="0" bIns="0" rtlCol="0" anchor="b"/>
            <a:lstStyle>
              <a:defPPr>
                <a:defRPr lang="en-US"/>
              </a:defPPr>
              <a:lvl1pPr marL="0" algn="l" defTabSz="1097236" rtl="0" eaLnBrk="1" latinLnBrk="0" hangingPunct="1">
                <a:defRPr sz="900" kern="1200">
                  <a:solidFill>
                    <a:schemeClr val="tx1">
                      <a:tint val="82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pPr algn="r"/>
              <a:fld id="{39726AD8-4DB5-E948-B4D3-4AE541BD949A}" type="datetimeyyyy">
                <a:rPr lang="en-US" sz="1200" spc="-12" smtClean="0">
                  <a:solidFill>
                    <a:schemeClr val="bg1">
                      <a:alpha val="40000"/>
                    </a:schemeClr>
                  </a:solidFill>
                  <a:latin typeface="Aptos Light" panose="020B0004020202020204" pitchFamily="34" charset="0"/>
                </a:rPr>
                <a:pPr algn="r"/>
                <a:t>2026</a:t>
              </a:fld>
              <a:endParaRPr lang="en-US" sz="1200" spc="-12" dirty="0">
                <a:solidFill>
                  <a:schemeClr val="bg1">
                    <a:alpha val="40000"/>
                  </a:schemeClr>
                </a:solidFill>
                <a:latin typeface="Aptos Light" panose="020B0004020202020204" pitchFamily="34" charset="0"/>
              </a:endParaRPr>
            </a:p>
          </p:txBody>
        </p:sp>
        <p:sp>
          <p:nvSpPr>
            <p:cNvPr id="7" name="Footer Placeholder 1">
              <a:extLst>
                <a:ext uri="{FF2B5EF4-FFF2-40B4-BE49-F238E27FC236}">
                  <a16:creationId xmlns:a16="http://schemas.microsoft.com/office/drawing/2014/main" id="{6310CA7A-857E-736B-0EE5-E7B2607DDF93}"/>
                </a:ext>
              </a:extLst>
            </p:cNvPr>
            <p:cNvSpPr txBox="1">
              <a:spLocks/>
            </p:cNvSpPr>
            <p:nvPr userDrawn="1"/>
          </p:nvSpPr>
          <p:spPr>
            <a:xfrm>
              <a:off x="1485900" y="7362824"/>
              <a:ext cx="190500" cy="333375"/>
            </a:xfrm>
            <a:prstGeom prst="rect">
              <a:avLst/>
            </a:prstGeom>
          </p:spPr>
          <p:txBody>
            <a:bodyPr vert="horz" lIns="0" tIns="0" rIns="0" bIns="0" rtlCol="0" anchor="b"/>
            <a:lstStyle>
              <a:defPPr>
                <a:defRPr lang="en-US"/>
              </a:defPPr>
              <a:lvl1pPr marL="0" algn="l" defTabSz="1097236" rtl="0" eaLnBrk="1" latinLnBrk="0" hangingPunct="1">
                <a:defRPr sz="900" kern="1200">
                  <a:solidFill>
                    <a:schemeClr val="tx1">
                      <a:tint val="82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pPr algn="r"/>
              <a:r>
                <a:rPr lang="en-US" sz="1200" spc="-12" dirty="0">
                  <a:solidFill>
                    <a:schemeClr val="bg1">
                      <a:alpha val="40000"/>
                    </a:schemeClr>
                  </a:solidFill>
                  <a:latin typeface="Aptos Light" panose="020B0004020202020204" pitchFamily="34" charset="0"/>
                </a:rPr>
                <a:t>©</a:t>
              </a:r>
            </a:p>
          </p:txBody>
        </p:sp>
      </p:grpSp>
      <p:pic>
        <p:nvPicPr>
          <p:cNvPr id="9" name="Picture 8" descr="A white and black sign with black border&#10;&#10;AI-generated content may be incorrect.">
            <a:extLst>
              <a:ext uri="{FF2B5EF4-FFF2-40B4-BE49-F238E27FC236}">
                <a16:creationId xmlns:a16="http://schemas.microsoft.com/office/drawing/2014/main" id="{81FEAE56-2D38-11F1-8045-421028B93E2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845116" y="6680793"/>
            <a:ext cx="1143000" cy="1143000"/>
          </a:xfrm>
          <a:prstGeom prst="rect">
            <a:avLst/>
          </a:prstGeom>
        </p:spPr>
      </p:pic>
    </p:spTree>
    <p:extLst>
      <p:ext uri="{BB962C8B-B14F-4D97-AF65-F5344CB8AC3E}">
        <p14:creationId xmlns:p14="http://schemas.microsoft.com/office/powerpoint/2010/main" val="363113271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89F616-9E86-8400-D419-F3F3D20FCB40}"/>
              </a:ext>
            </a:extLst>
          </p:cNvPr>
          <p:cNvSpPr>
            <a:spLocks noGrp="1"/>
          </p:cNvSpPr>
          <p:nvPr>
            <p:ph type="title"/>
          </p:nvPr>
        </p:nvSpPr>
        <p:spPr>
          <a:xfrm>
            <a:off x="1219200" y="866775"/>
            <a:ext cx="12839699" cy="1181100"/>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5C6776-FC81-504C-1CB4-8A1674D1A9E9}"/>
              </a:ext>
            </a:extLst>
          </p:cNvPr>
          <p:cNvSpPr>
            <a:spLocks noGrp="1"/>
          </p:cNvSpPr>
          <p:nvPr>
            <p:ph type="body" idx="1"/>
          </p:nvPr>
        </p:nvSpPr>
        <p:spPr>
          <a:xfrm>
            <a:off x="1219200" y="2343150"/>
            <a:ext cx="12839700" cy="5314950"/>
          </a:xfrm>
          <a:prstGeom prst="rect">
            <a:avLst/>
          </a:prstGeom>
        </p:spPr>
        <p:txBody>
          <a:bodyPr vert="horz" lIns="0" tIns="0" rIns="0" bIns="0" rtlCol="0">
            <a:normAutofit/>
          </a:bodyPr>
          <a:lstStyle/>
          <a:p>
            <a:pPr lvl="0"/>
            <a:r>
              <a:rPr lang="en-US"/>
              <a:t>Level 01: Regular 26 pt</a:t>
            </a:r>
          </a:p>
          <a:p>
            <a:pPr lvl="1"/>
            <a:r>
              <a:rPr lang="en-US"/>
              <a:t>Level 02: Regular 24 pt</a:t>
            </a:r>
          </a:p>
          <a:p>
            <a:pPr lvl="2"/>
            <a:r>
              <a:rPr lang="en-US"/>
              <a:t>Level 03: Regular 22 pt</a:t>
            </a:r>
          </a:p>
          <a:p>
            <a:pPr lvl="3"/>
            <a:r>
              <a:rPr lang="en-US"/>
              <a:t>Level 04: Regular 20 pt</a:t>
            </a:r>
          </a:p>
          <a:p>
            <a:pPr lvl="4"/>
            <a:r>
              <a:rPr lang="en-US"/>
              <a:t>Level 05: Regular 18 pt</a:t>
            </a:r>
          </a:p>
          <a:p>
            <a:pPr lvl="5"/>
            <a:r>
              <a:rPr lang="en-US"/>
              <a:t>Level 06: Regular 16 pt</a:t>
            </a:r>
          </a:p>
          <a:p>
            <a:pPr lvl="6"/>
            <a:r>
              <a:rPr lang="en-US"/>
              <a:t>Level 07: Regular 14 pt</a:t>
            </a:r>
          </a:p>
        </p:txBody>
      </p:sp>
      <p:sp>
        <p:nvSpPr>
          <p:cNvPr id="7" name="Rectangle 6">
            <a:extLst>
              <a:ext uri="{FF2B5EF4-FFF2-40B4-BE49-F238E27FC236}">
                <a16:creationId xmlns:a16="http://schemas.microsoft.com/office/drawing/2014/main" id="{B0837B8D-C601-2A29-D935-7D6A05503B4C}"/>
              </a:ext>
            </a:extLst>
          </p:cNvPr>
          <p:cNvSpPr/>
          <p:nvPr userDrawn="1"/>
        </p:nvSpPr>
        <p:spPr>
          <a:xfrm>
            <a:off x="0" y="0"/>
            <a:ext cx="571425" cy="822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92"/>
          </a:p>
        </p:txBody>
      </p:sp>
      <p:sp>
        <p:nvSpPr>
          <p:cNvPr id="6" name="Slide Number Placeholder 5">
            <a:extLst>
              <a:ext uri="{FF2B5EF4-FFF2-40B4-BE49-F238E27FC236}">
                <a16:creationId xmlns:a16="http://schemas.microsoft.com/office/drawing/2014/main" id="{EE622B8C-2AE5-ACF1-5F54-610E9F704BC3}"/>
              </a:ext>
            </a:extLst>
          </p:cNvPr>
          <p:cNvSpPr>
            <a:spLocks noGrp="1"/>
          </p:cNvSpPr>
          <p:nvPr>
            <p:ph type="sldNum" sz="quarter" idx="4"/>
          </p:nvPr>
        </p:nvSpPr>
        <p:spPr>
          <a:xfrm>
            <a:off x="8246" y="7658100"/>
            <a:ext cx="576072" cy="571500"/>
          </a:xfrm>
          <a:prstGeom prst="rect">
            <a:avLst/>
          </a:prstGeom>
        </p:spPr>
        <p:txBody>
          <a:bodyPr vert="horz" lIns="91440" tIns="45720" rIns="91440" bIns="45720" rtlCol="0" anchor="ctr"/>
          <a:lstStyle>
            <a:lvl1pPr algn="ctr">
              <a:defRPr sz="1200">
                <a:solidFill>
                  <a:schemeClr val="bg1">
                    <a:alpha val="35000"/>
                  </a:schemeClr>
                </a:solidFill>
              </a:defRPr>
            </a:lvl1pPr>
          </a:lstStyle>
          <a:p>
            <a:fld id="{0CD61465-F282-404B-A224-67BB42539063}" type="slidenum">
              <a:rPr lang="en-US" smtClean="0"/>
              <a:pPr/>
              <a:t>‹#›</a:t>
            </a:fld>
            <a:endParaRPr lang="en-US">
              <a:solidFill>
                <a:schemeClr val="bg1">
                  <a:alpha val="35000"/>
                </a:schemeClr>
              </a:solidFill>
            </a:endParaRPr>
          </a:p>
        </p:txBody>
      </p:sp>
      <p:pic>
        <p:nvPicPr>
          <p:cNvPr id="8" name="Picture 7">
            <a:extLst>
              <a:ext uri="{FF2B5EF4-FFF2-40B4-BE49-F238E27FC236}">
                <a16:creationId xmlns:a16="http://schemas.microsoft.com/office/drawing/2014/main" id="{16EE9388-52F9-DFD5-229B-33CE741F04CD}"/>
              </a:ext>
            </a:extLst>
          </p:cNvPr>
          <p:cNvPicPr>
            <a:picLocks noChangeAspect="1"/>
          </p:cNvPicPr>
          <p:nvPr userDrawn="1"/>
        </p:nvPicPr>
        <p:blipFill>
          <a:blip r:embed="rId37"/>
          <a:stretch>
            <a:fillRect/>
          </a:stretch>
        </p:blipFill>
        <p:spPr>
          <a:xfrm>
            <a:off x="146304" y="190500"/>
            <a:ext cx="299957" cy="274320"/>
          </a:xfrm>
          <a:prstGeom prst="rect">
            <a:avLst/>
          </a:prstGeom>
        </p:spPr>
      </p:pic>
      <p:sp>
        <p:nvSpPr>
          <p:cNvPr id="12" name="TextBox 11">
            <a:extLst>
              <a:ext uri="{FF2B5EF4-FFF2-40B4-BE49-F238E27FC236}">
                <a16:creationId xmlns:a16="http://schemas.microsoft.com/office/drawing/2014/main" id="{A032B999-662A-1A36-669F-C234B6066496}"/>
              </a:ext>
            </a:extLst>
          </p:cNvPr>
          <p:cNvSpPr txBox="1"/>
          <p:nvPr userDrawn="1"/>
        </p:nvSpPr>
        <p:spPr>
          <a:xfrm>
            <a:off x="-1" y="7083348"/>
            <a:ext cx="571501" cy="269952"/>
          </a:xfrm>
          <a:prstGeom prst="rect">
            <a:avLst/>
          </a:prstGeom>
          <a:noFill/>
        </p:spPr>
        <p:txBody>
          <a:bodyPr vert="vert270" wrap="square" lIns="0" tIns="54864" rIns="0" bIns="0" rtlCol="0" anchor="ctr" anchorCtr="0">
            <a:noAutofit/>
          </a:bodyPr>
          <a:lstStyle/>
          <a:p>
            <a:pPr algn="r"/>
            <a:r>
              <a:rPr lang="en-US" sz="1200" b="0" i="0">
                <a:solidFill>
                  <a:schemeClr val="bg1">
                    <a:alpha val="40000"/>
                  </a:schemeClr>
                </a:solidFill>
                <a:latin typeface="+mn-lt"/>
              </a:rPr>
              <a:t>©</a:t>
            </a:r>
          </a:p>
        </p:txBody>
      </p:sp>
      <p:sp>
        <p:nvSpPr>
          <p:cNvPr id="4" name="Date Placeholder 3">
            <a:extLst>
              <a:ext uri="{FF2B5EF4-FFF2-40B4-BE49-F238E27FC236}">
                <a16:creationId xmlns:a16="http://schemas.microsoft.com/office/drawing/2014/main" id="{EE040B84-088B-A0FB-96D7-46D10BF6D06D}"/>
              </a:ext>
            </a:extLst>
          </p:cNvPr>
          <p:cNvSpPr>
            <a:spLocks noGrp="1"/>
          </p:cNvSpPr>
          <p:nvPr>
            <p:ph type="dt" sz="half" idx="2"/>
          </p:nvPr>
        </p:nvSpPr>
        <p:spPr>
          <a:xfrm rot="16200000">
            <a:off x="86639" y="6573994"/>
            <a:ext cx="406918" cy="580196"/>
          </a:xfrm>
          <a:prstGeom prst="rect">
            <a:avLst/>
          </a:prstGeom>
        </p:spPr>
        <p:txBody>
          <a:bodyPr vert="horz" lIns="0" tIns="0" rIns="0" bIns="0" rtlCol="0" anchor="ctr"/>
          <a:lstStyle>
            <a:lvl1pPr algn="l">
              <a:defRPr sz="1200" spc="0" baseline="0">
                <a:solidFill>
                  <a:schemeClr val="bg1">
                    <a:alpha val="40000"/>
                  </a:schemeClr>
                </a:solidFill>
              </a:defRPr>
            </a:lvl1pPr>
          </a:lstStyle>
          <a:p>
            <a:r>
              <a:rPr lang="en-US"/>
              <a:t>2026</a:t>
            </a:r>
          </a:p>
        </p:txBody>
      </p:sp>
      <p:sp>
        <p:nvSpPr>
          <p:cNvPr id="5" name="Footer Placeholder 4">
            <a:extLst>
              <a:ext uri="{FF2B5EF4-FFF2-40B4-BE49-F238E27FC236}">
                <a16:creationId xmlns:a16="http://schemas.microsoft.com/office/drawing/2014/main" id="{20229ADF-9600-8BDC-1391-6263C322248E}"/>
              </a:ext>
            </a:extLst>
          </p:cNvPr>
          <p:cNvSpPr>
            <a:spLocks noGrp="1"/>
          </p:cNvSpPr>
          <p:nvPr>
            <p:ph type="ftr" sz="quarter" idx="3"/>
          </p:nvPr>
        </p:nvSpPr>
        <p:spPr>
          <a:xfrm rot="16200000">
            <a:off x="-1778888" y="4122038"/>
            <a:ext cx="4133850" cy="576072"/>
          </a:xfrm>
          <a:prstGeom prst="rect">
            <a:avLst/>
          </a:prstGeom>
        </p:spPr>
        <p:txBody>
          <a:bodyPr vert="horz" wrap="none" lIns="0" tIns="0" rIns="0" bIns="0" rtlCol="0" anchor="ctr"/>
          <a:lstStyle>
            <a:lvl1pPr algn="l">
              <a:defRPr sz="1200">
                <a:solidFill>
                  <a:schemeClr val="bg1">
                    <a:alpha val="35000"/>
                  </a:schemeClr>
                </a:solidFill>
                <a:latin typeface="+mn-lt"/>
              </a:defRPr>
            </a:lvl1pPr>
          </a:lstStyle>
          <a:p>
            <a:r>
              <a:rPr lang="en-US"/>
              <a:t>Confidential</a:t>
            </a:r>
          </a:p>
        </p:txBody>
      </p:sp>
      <p:sp>
        <p:nvSpPr>
          <p:cNvPr id="18" name="TextBox 17">
            <a:extLst>
              <a:ext uri="{FF2B5EF4-FFF2-40B4-BE49-F238E27FC236}">
                <a16:creationId xmlns:a16="http://schemas.microsoft.com/office/drawing/2014/main" id="{BC7A3BDB-3B79-7455-ED61-47EC8324A26B}"/>
              </a:ext>
            </a:extLst>
          </p:cNvPr>
          <p:cNvSpPr txBox="1">
            <a:spLocks/>
          </p:cNvSpPr>
          <p:nvPr userDrawn="1"/>
        </p:nvSpPr>
        <p:spPr>
          <a:xfrm rot="16200000">
            <a:off x="196596" y="6304306"/>
            <a:ext cx="182880" cy="576072"/>
          </a:xfrm>
          <a:prstGeom prst="rect">
            <a:avLst/>
          </a:prstGeom>
          <a:noFill/>
        </p:spPr>
        <p:txBody>
          <a:bodyPr wrap="square" lIns="0" tIns="0" rIns="0" bIns="18288" rtlCol="0" anchor="ctr">
            <a:spAutoFit/>
          </a:bodyPr>
          <a:lstStyle/>
          <a:p>
            <a:pPr algn="ctr"/>
            <a:r>
              <a:rPr lang="en-US" sz="1200">
                <a:solidFill>
                  <a:schemeClr val="bg1">
                    <a:alpha val="35000"/>
                  </a:schemeClr>
                </a:solidFill>
                <a:latin typeface="+mn-lt"/>
              </a:rPr>
              <a:t>|</a:t>
            </a:r>
          </a:p>
        </p:txBody>
      </p:sp>
      <p:pic>
        <p:nvPicPr>
          <p:cNvPr id="9" name="Picture 8">
            <a:extLst>
              <a:ext uri="{FF2B5EF4-FFF2-40B4-BE49-F238E27FC236}">
                <a16:creationId xmlns:a16="http://schemas.microsoft.com/office/drawing/2014/main" id="{3D785E2E-991C-7C88-FB67-478B4C17460A}"/>
              </a:ext>
            </a:extLst>
          </p:cNvPr>
          <p:cNvPicPr>
            <a:picLocks noChangeAspect="1"/>
          </p:cNvPicPr>
          <p:nvPr userDrawn="1"/>
        </p:nvPicPr>
        <p:blipFill>
          <a:blip r:embed="rId38">
            <a:alphaModFix amt="25000"/>
          </a:blip>
          <a:srcRect t="28659" r="20900" b="34926"/>
          <a:stretch>
            <a:fillRect/>
          </a:stretch>
        </p:blipFill>
        <p:spPr>
          <a:xfrm>
            <a:off x="571425" y="-69395"/>
            <a:ext cx="14058975" cy="1231445"/>
          </a:xfrm>
          <a:prstGeom prst="rect">
            <a:avLst/>
          </a:prstGeom>
        </p:spPr>
      </p:pic>
    </p:spTree>
    <p:extLst>
      <p:ext uri="{BB962C8B-B14F-4D97-AF65-F5344CB8AC3E}">
        <p14:creationId xmlns:p14="http://schemas.microsoft.com/office/powerpoint/2010/main" val="2670434143"/>
      </p:ext>
    </p:extLst>
  </p:cSld>
  <p:clrMap bg1="lt1" tx1="dk1" bg2="lt2" tx2="dk2" accent1="accent1" accent2="accent2" accent3="accent3" accent4="accent4" accent5="accent5" accent6="accent6" hlink="hlink" folHlink="folHlink"/>
  <p:sldLayoutIdLst>
    <p:sldLayoutId id="2147484049" r:id="rId1"/>
    <p:sldLayoutId id="2147484121" r:id="rId2"/>
    <p:sldLayoutId id="2147484122" r:id="rId3"/>
    <p:sldLayoutId id="2147484051" r:id="rId4"/>
    <p:sldLayoutId id="2147484107" r:id="rId5"/>
    <p:sldLayoutId id="2147484106" r:id="rId6"/>
    <p:sldLayoutId id="2147484108" r:id="rId7"/>
    <p:sldLayoutId id="2147484054" r:id="rId8"/>
    <p:sldLayoutId id="2147484050" r:id="rId9"/>
    <p:sldLayoutId id="2147484109" r:id="rId10"/>
    <p:sldLayoutId id="2147484088" r:id="rId11"/>
    <p:sldLayoutId id="2147484052" r:id="rId12"/>
    <p:sldLayoutId id="2147484057" r:id="rId13"/>
    <p:sldLayoutId id="2147484102" r:id="rId14"/>
    <p:sldLayoutId id="2147484110" r:id="rId15"/>
    <p:sldLayoutId id="2147484112" r:id="rId16"/>
    <p:sldLayoutId id="2147484113" r:id="rId17"/>
    <p:sldLayoutId id="2147484111" r:id="rId18"/>
    <p:sldLayoutId id="2147484053" r:id="rId19"/>
    <p:sldLayoutId id="2147484056" r:id="rId20"/>
    <p:sldLayoutId id="2147484075" r:id="rId21"/>
    <p:sldLayoutId id="2147484115" r:id="rId22"/>
    <p:sldLayoutId id="2147484116" r:id="rId23"/>
    <p:sldLayoutId id="2147484136" r:id="rId24"/>
    <p:sldLayoutId id="2147484117" r:id="rId25"/>
    <p:sldLayoutId id="2147484119" r:id="rId26"/>
    <p:sldLayoutId id="2147484135" r:id="rId27"/>
    <p:sldLayoutId id="2147484118" r:id="rId28"/>
    <p:sldLayoutId id="2147484137" r:id="rId29"/>
    <p:sldLayoutId id="2147484074" r:id="rId30"/>
    <p:sldLayoutId id="2147484139" r:id="rId31"/>
    <p:sldLayoutId id="2147484140" r:id="rId32"/>
    <p:sldLayoutId id="2147484141" r:id="rId33"/>
    <p:sldLayoutId id="2147484142" r:id="rId34"/>
    <p:sldLayoutId id="2147484155" r:id="rId35"/>
  </p:sldLayoutIdLst>
  <p:hf hdr="0"/>
  <p:txStyles>
    <p:titleStyle>
      <a:lvl1pPr algn="l" defTabSz="914400" rtl="0" eaLnBrk="1" latinLnBrk="0" hangingPunct="1">
        <a:lnSpc>
          <a:spcPct val="90000"/>
        </a:lnSpc>
        <a:spcBef>
          <a:spcPct val="0"/>
        </a:spcBef>
        <a:buNone/>
        <a:defRPr sz="4700" kern="1200">
          <a:solidFill>
            <a:schemeClr val="bg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707070"/>
          </p15:clr>
        </p15:guide>
        <p15:guide id="2" pos="9216" userDrawn="1">
          <p15:clr>
            <a:srgbClr val="707070"/>
          </p15:clr>
        </p15:guide>
        <p15:guide id="3" pos="720" userDrawn="1">
          <p15:clr>
            <a:srgbClr val="C35EA4"/>
          </p15:clr>
        </p15:guide>
        <p15:guide id="4" pos="1295" userDrawn="1">
          <p15:clr>
            <a:srgbClr val="707070"/>
          </p15:clr>
        </p15:guide>
        <p15:guide id="5" pos="1407" userDrawn="1">
          <p15:clr>
            <a:srgbClr val="707070"/>
          </p15:clr>
        </p15:guide>
        <p15:guide id="6" pos="1982" userDrawn="1">
          <p15:clr>
            <a:srgbClr val="707070"/>
          </p15:clr>
        </p15:guide>
        <p15:guide id="7" pos="2094" userDrawn="1">
          <p15:clr>
            <a:srgbClr val="707070"/>
          </p15:clr>
        </p15:guide>
        <p15:guide id="8" pos="2670" userDrawn="1">
          <p15:clr>
            <a:srgbClr val="707070"/>
          </p15:clr>
        </p15:guide>
        <p15:guide id="9" pos="2782" userDrawn="1">
          <p15:clr>
            <a:srgbClr val="707070"/>
          </p15:clr>
        </p15:guide>
        <p15:guide id="10" pos="3357" userDrawn="1">
          <p15:clr>
            <a:srgbClr val="707070"/>
          </p15:clr>
        </p15:guide>
        <p15:guide id="11" pos="3469" userDrawn="1">
          <p15:clr>
            <a:srgbClr val="707070"/>
          </p15:clr>
        </p15:guide>
        <p15:guide id="12" pos="4044" userDrawn="1">
          <p15:clr>
            <a:srgbClr val="707070"/>
          </p15:clr>
        </p15:guide>
        <p15:guide id="13" pos="4156" userDrawn="1">
          <p15:clr>
            <a:srgbClr val="707070"/>
          </p15:clr>
        </p15:guide>
        <p15:guide id="14" pos="4732" userDrawn="1">
          <p15:clr>
            <a:srgbClr val="707070"/>
          </p15:clr>
        </p15:guide>
        <p15:guide id="15" pos="4844" userDrawn="1">
          <p15:clr>
            <a:srgbClr val="707070"/>
          </p15:clr>
        </p15:guide>
        <p15:guide id="16" pos="5419" userDrawn="1">
          <p15:clr>
            <a:srgbClr val="707070"/>
          </p15:clr>
        </p15:guide>
        <p15:guide id="17" pos="5531" userDrawn="1">
          <p15:clr>
            <a:srgbClr val="707070"/>
          </p15:clr>
        </p15:guide>
        <p15:guide id="18" pos="6106" userDrawn="1">
          <p15:clr>
            <a:srgbClr val="707070"/>
          </p15:clr>
        </p15:guide>
        <p15:guide id="19" pos="6218" userDrawn="1">
          <p15:clr>
            <a:srgbClr val="707070"/>
          </p15:clr>
        </p15:guide>
        <p15:guide id="20" pos="6794" userDrawn="1">
          <p15:clr>
            <a:srgbClr val="707070"/>
          </p15:clr>
        </p15:guide>
        <p15:guide id="21" pos="6906" userDrawn="1">
          <p15:clr>
            <a:srgbClr val="707070"/>
          </p15:clr>
        </p15:guide>
        <p15:guide id="22" pos="7481" userDrawn="1">
          <p15:clr>
            <a:srgbClr val="707070"/>
          </p15:clr>
        </p15:guide>
        <p15:guide id="23" pos="7593" userDrawn="1">
          <p15:clr>
            <a:srgbClr val="707070"/>
          </p15:clr>
        </p15:guide>
        <p15:guide id="24" pos="8168" userDrawn="1">
          <p15:clr>
            <a:srgbClr val="707070"/>
          </p15:clr>
        </p15:guide>
        <p15:guide id="25" pos="8280" userDrawn="1">
          <p15:clr>
            <a:srgbClr val="707070"/>
          </p15:clr>
        </p15:guide>
        <p15:guide id="26" pos="8856" userDrawn="1">
          <p15:clr>
            <a:srgbClr val="C35EA4"/>
          </p15:clr>
        </p15:guide>
        <p15:guide id="27" orient="horz" userDrawn="1">
          <p15:clr>
            <a:srgbClr val="707070"/>
          </p15:clr>
        </p15:guide>
        <p15:guide id="28" orient="horz" pos="5184" userDrawn="1">
          <p15:clr>
            <a:srgbClr val="707070"/>
          </p15:clr>
        </p15:guide>
        <p15:guide id="29" orient="horz" pos="360" userDrawn="1">
          <p15:clr>
            <a:srgbClr val="C35EA4"/>
          </p15:clr>
        </p15:guide>
        <p15:guide id="30" orient="horz" pos="546" userDrawn="1">
          <p15:clr>
            <a:srgbClr val="707070"/>
          </p15:clr>
        </p15:guide>
        <p15:guide id="31" orient="horz" pos="732" userDrawn="1">
          <p15:clr>
            <a:srgbClr val="707070"/>
          </p15:clr>
        </p15:guide>
        <p15:guide id="32" orient="horz" pos="918" userDrawn="1">
          <p15:clr>
            <a:srgbClr val="707070"/>
          </p15:clr>
        </p15:guide>
        <p15:guide id="33" orient="horz" pos="1104" userDrawn="1">
          <p15:clr>
            <a:srgbClr val="707070"/>
          </p15:clr>
        </p15:guide>
        <p15:guide id="34" orient="horz" pos="1290" userDrawn="1">
          <p15:clr>
            <a:srgbClr val="707070"/>
          </p15:clr>
        </p15:guide>
        <p15:guide id="35" orient="horz" pos="1476" userDrawn="1">
          <p15:clr>
            <a:srgbClr val="707070"/>
          </p15:clr>
        </p15:guide>
        <p15:guide id="36" orient="horz" pos="1662" userDrawn="1">
          <p15:clr>
            <a:srgbClr val="707070"/>
          </p15:clr>
        </p15:guide>
        <p15:guide id="37" orient="horz" pos="1848" userDrawn="1">
          <p15:clr>
            <a:srgbClr val="707070"/>
          </p15:clr>
        </p15:guide>
        <p15:guide id="38" orient="horz" pos="2034" userDrawn="1">
          <p15:clr>
            <a:srgbClr val="707070"/>
          </p15:clr>
        </p15:guide>
        <p15:guide id="39" orient="horz" pos="2220" userDrawn="1">
          <p15:clr>
            <a:srgbClr val="707070"/>
          </p15:clr>
        </p15:guide>
        <p15:guide id="40" orient="horz" pos="2406" userDrawn="1">
          <p15:clr>
            <a:srgbClr val="707070"/>
          </p15:clr>
        </p15:guide>
        <p15:guide id="41" orient="horz" pos="2592" userDrawn="1">
          <p15:clr>
            <a:srgbClr val="707070"/>
          </p15:clr>
        </p15:guide>
        <p15:guide id="42" orient="horz" pos="2778" userDrawn="1">
          <p15:clr>
            <a:srgbClr val="707070"/>
          </p15:clr>
        </p15:guide>
        <p15:guide id="43" orient="horz" pos="2964" userDrawn="1">
          <p15:clr>
            <a:srgbClr val="707070"/>
          </p15:clr>
        </p15:guide>
        <p15:guide id="44" orient="horz" pos="3150" userDrawn="1">
          <p15:clr>
            <a:srgbClr val="707070"/>
          </p15:clr>
        </p15:guide>
        <p15:guide id="45" orient="horz" pos="3336" userDrawn="1">
          <p15:clr>
            <a:srgbClr val="707070"/>
          </p15:clr>
        </p15:guide>
        <p15:guide id="46" orient="horz" pos="3522" userDrawn="1">
          <p15:clr>
            <a:srgbClr val="707070"/>
          </p15:clr>
        </p15:guide>
        <p15:guide id="47" orient="horz" pos="3708" userDrawn="1">
          <p15:clr>
            <a:srgbClr val="707070"/>
          </p15:clr>
        </p15:guide>
        <p15:guide id="48" orient="horz" pos="3894" userDrawn="1">
          <p15:clr>
            <a:srgbClr val="707070"/>
          </p15:clr>
        </p15:guide>
        <p15:guide id="49" orient="horz" pos="4080" userDrawn="1">
          <p15:clr>
            <a:srgbClr val="707070"/>
          </p15:clr>
        </p15:guide>
        <p15:guide id="50" orient="horz" pos="4266" userDrawn="1">
          <p15:clr>
            <a:srgbClr val="707070"/>
          </p15:clr>
        </p15:guide>
        <p15:guide id="51" orient="horz" pos="4452" userDrawn="1">
          <p15:clr>
            <a:srgbClr val="707070"/>
          </p15:clr>
        </p15:guide>
        <p15:guide id="52" orient="horz" pos="4638" userDrawn="1">
          <p15:clr>
            <a:srgbClr val="707070"/>
          </p15:clr>
        </p15:guide>
        <p15:guide id="53" orient="horz" pos="4824" userDrawn="1">
          <p15:clr>
            <a:srgbClr val="C35EA4"/>
          </p15:clr>
        </p15:guide>
        <p15:guide id="54" pos="1008" userDrawn="1">
          <p15:clr>
            <a:srgbClr val="547EBF"/>
          </p15:clr>
        </p15:guide>
        <p15:guide id="55" pos="1680" userDrawn="1">
          <p15:clr>
            <a:srgbClr val="547EBF"/>
          </p15:clr>
        </p15:guide>
        <p15:guide id="56" pos="2379" userDrawn="1">
          <p15:clr>
            <a:srgbClr val="547EBF"/>
          </p15:clr>
        </p15:guide>
        <p15:guide id="57" pos="3061" userDrawn="1">
          <p15:clr>
            <a:srgbClr val="547EBF"/>
          </p15:clr>
        </p15:guide>
        <p15:guide id="58" pos="3744" userDrawn="1">
          <p15:clr>
            <a:srgbClr val="547EBF"/>
          </p15:clr>
        </p15:guide>
        <p15:guide id="59" pos="4437" userDrawn="1">
          <p15:clr>
            <a:srgbClr val="547EBF"/>
          </p15:clr>
        </p15:guide>
        <p15:guide id="60" pos="5131" userDrawn="1">
          <p15:clr>
            <a:srgbClr val="547EBF"/>
          </p15:clr>
        </p15:guide>
        <p15:guide id="61" pos="5808" userDrawn="1">
          <p15:clr>
            <a:srgbClr val="547EBF"/>
          </p15:clr>
        </p15:guide>
        <p15:guide id="62" pos="6496" userDrawn="1">
          <p15:clr>
            <a:srgbClr val="547EBF"/>
          </p15:clr>
        </p15:guide>
        <p15:guide id="63" pos="7179" userDrawn="1">
          <p15:clr>
            <a:srgbClr val="547EBF"/>
          </p15:clr>
        </p15:guide>
        <p15:guide id="64" pos="7872" userDrawn="1">
          <p15:clr>
            <a:srgbClr val="547EBF"/>
          </p15:clr>
        </p15:guide>
        <p15:guide id="65" pos="8555" userDrawn="1">
          <p15:clr>
            <a:srgbClr val="547EBF"/>
          </p15:clr>
        </p15:guide>
        <p15:guide id="66" pos="364" userDrawn="1">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34.xml"/><Relationship Id="rId4" Type="http://schemas.openxmlformats.org/officeDocument/2006/relationships/image" Target="../media/image24.svg"/></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1">
            <a:extLst>
              <a:ext uri="{FF2B5EF4-FFF2-40B4-BE49-F238E27FC236}">
                <a16:creationId xmlns:a16="http://schemas.microsoft.com/office/drawing/2014/main" id="{FC890252-3ABC-5968-CBDF-D2C2CF16FF6B}"/>
              </a:ext>
            </a:extLst>
          </p:cNvPr>
          <p:cNvSpPr txBox="1"/>
          <p:nvPr/>
        </p:nvSpPr>
        <p:spPr>
          <a:xfrm>
            <a:off x="1130736" y="2338256"/>
            <a:ext cx="9801920" cy="15696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280"/>
            <a:r>
              <a:rPr lang="en-US" sz="4800" dirty="0">
                <a:solidFill>
                  <a:prstClr val="white"/>
                </a:solidFill>
                <a:latin typeface="Calibri" panose="020F0502020204030204"/>
              </a:rPr>
              <a:t>From Assistants to Agents: </a:t>
            </a:r>
          </a:p>
          <a:p>
            <a:pPr defTabSz="1097280"/>
            <a:r>
              <a:rPr lang="en-US" sz="4800" dirty="0">
                <a:solidFill>
                  <a:prstClr val="white"/>
                </a:solidFill>
                <a:latin typeface="Calibri" panose="020F0502020204030204"/>
              </a:rPr>
              <a:t>Governing AI Ethically and Profitability</a:t>
            </a:r>
            <a:endParaRPr lang="en-US" sz="4800" dirty="0">
              <a:solidFill>
                <a:prstClr val="white"/>
              </a:solidFill>
              <a:latin typeface="Franklin Gothic Demi" panose="020B0703020102020204" pitchFamily="34" charset="0"/>
            </a:endParaRPr>
          </a:p>
        </p:txBody>
      </p:sp>
      <p:sp>
        <p:nvSpPr>
          <p:cNvPr id="2" name="Subtitle 2">
            <a:extLst>
              <a:ext uri="{FF2B5EF4-FFF2-40B4-BE49-F238E27FC236}">
                <a16:creationId xmlns:a16="http://schemas.microsoft.com/office/drawing/2014/main" id="{12AB8D02-D92D-0E18-A157-F1A0F3A703BE}"/>
              </a:ext>
            </a:extLst>
          </p:cNvPr>
          <p:cNvSpPr txBox="1">
            <a:spLocks/>
          </p:cNvSpPr>
          <p:nvPr/>
        </p:nvSpPr>
        <p:spPr>
          <a:xfrm>
            <a:off x="4726717" y="6185780"/>
            <a:ext cx="3937908" cy="1018469"/>
          </a:xfrm>
          <a:prstGeom prst="rect">
            <a:avLst/>
          </a:prstGeom>
        </p:spPr>
        <p:txBody>
          <a:bodyPr vert="horz" lIns="109728" tIns="54864" rIns="109728" bIns="54864"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1097280">
              <a:spcBef>
                <a:spcPts val="1200"/>
              </a:spcBef>
              <a:buNone/>
            </a:pPr>
            <a:r>
              <a:rPr lang="en-US" sz="2880" dirty="0">
                <a:solidFill>
                  <a:prstClr val="white"/>
                </a:solidFill>
                <a:latin typeface="Galano Grotesque Medium" panose="00000600000000000000" pitchFamily="50" charset="0"/>
              </a:rPr>
              <a:t>Nathan Hiscock</a:t>
            </a:r>
          </a:p>
          <a:p>
            <a:pPr marL="0" indent="0" defTabSz="1097280">
              <a:spcBef>
                <a:spcPts val="1200"/>
              </a:spcBef>
              <a:buNone/>
            </a:pPr>
            <a:r>
              <a:rPr lang="en-US" sz="2400" dirty="0">
                <a:solidFill>
                  <a:srgbClr val="45CAFF"/>
                </a:solidFill>
                <a:latin typeface="Galano Grotesque Medium" panose="00000600000000000000" pitchFamily="50" charset="0"/>
              </a:rPr>
              <a:t>VP of Solution Architecture</a:t>
            </a:r>
          </a:p>
          <a:p>
            <a:pPr marL="0" indent="0" defTabSz="1097280">
              <a:spcBef>
                <a:spcPts val="1200"/>
              </a:spcBef>
              <a:buNone/>
            </a:pPr>
            <a:endParaRPr lang="en-US" sz="1800" dirty="0">
              <a:solidFill>
                <a:prstClr val="white"/>
              </a:solidFill>
              <a:latin typeface="Galano Grotesque Medium" panose="00000600000000000000" pitchFamily="50" charset="0"/>
            </a:endParaRPr>
          </a:p>
        </p:txBody>
      </p:sp>
      <p:pic>
        <p:nvPicPr>
          <p:cNvPr id="4" name="Picture 3">
            <a:extLst>
              <a:ext uri="{FF2B5EF4-FFF2-40B4-BE49-F238E27FC236}">
                <a16:creationId xmlns:a16="http://schemas.microsoft.com/office/drawing/2014/main" id="{341F6092-A4D8-CAFF-A5D1-9C2DC6A234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6177" y="5435049"/>
            <a:ext cx="2749958" cy="750731"/>
          </a:xfrm>
          <a:prstGeom prst="rect">
            <a:avLst/>
          </a:prstGeom>
        </p:spPr>
      </p:pic>
      <p:sp>
        <p:nvSpPr>
          <p:cNvPr id="10" name="TextBox 9">
            <a:extLst>
              <a:ext uri="{FF2B5EF4-FFF2-40B4-BE49-F238E27FC236}">
                <a16:creationId xmlns:a16="http://schemas.microsoft.com/office/drawing/2014/main" id="{50BD1D8C-94EE-6A81-0C1F-AC99C1522ACF}"/>
              </a:ext>
            </a:extLst>
          </p:cNvPr>
          <p:cNvSpPr txBox="1"/>
          <p:nvPr/>
        </p:nvSpPr>
        <p:spPr>
          <a:xfrm>
            <a:off x="1681544" y="6652110"/>
            <a:ext cx="2669807" cy="424732"/>
          </a:xfrm>
          <a:prstGeom prst="rect">
            <a:avLst/>
          </a:prstGeom>
          <a:noFill/>
        </p:spPr>
        <p:txBody>
          <a:bodyPr wrap="square">
            <a:spAutoFit/>
          </a:bodyPr>
          <a:lstStyle/>
          <a:p>
            <a:pPr defTabSz="1097280"/>
            <a:r>
              <a:rPr lang="en-US">
                <a:solidFill>
                  <a:prstClr val="white"/>
                </a:solidFill>
                <a:latin typeface="Calibri" panose="020F0502020204030204"/>
              </a:rPr>
              <a:t>/</a:t>
            </a:r>
            <a:r>
              <a:rPr lang="en-US" err="1">
                <a:solidFill>
                  <a:prstClr val="white"/>
                </a:solidFill>
                <a:latin typeface="Calibri" panose="020F0502020204030204"/>
              </a:rPr>
              <a:t>uturn</a:t>
            </a:r>
            <a:r>
              <a:rPr lang="en-US">
                <a:solidFill>
                  <a:prstClr val="white"/>
                </a:solidFill>
                <a:latin typeface="Calibri" panose="020F0502020204030204"/>
              </a:rPr>
              <a:t>-data-solutions</a:t>
            </a:r>
          </a:p>
        </p:txBody>
      </p:sp>
      <p:pic>
        <p:nvPicPr>
          <p:cNvPr id="1026" name="Picture 2">
            <a:extLst>
              <a:ext uri="{FF2B5EF4-FFF2-40B4-BE49-F238E27FC236}">
                <a16:creationId xmlns:a16="http://schemas.microsoft.com/office/drawing/2014/main" id="{F3B51131-4910-7D68-B5A8-23246D71DD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6178" y="6686027"/>
            <a:ext cx="375366" cy="375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352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A1C7-878F-ED7A-2DFA-CC5D11CF0DB8}"/>
              </a:ext>
            </a:extLst>
          </p:cNvPr>
          <p:cNvSpPr>
            <a:spLocks noGrp="1"/>
          </p:cNvSpPr>
          <p:nvPr>
            <p:ph type="title"/>
          </p:nvPr>
        </p:nvSpPr>
        <p:spPr>
          <a:xfrm>
            <a:off x="1073426" y="1466852"/>
            <a:ext cx="6102626" cy="4133850"/>
          </a:xfrm>
        </p:spPr>
        <p:txBody>
          <a:bodyPr>
            <a:normAutofit fontScale="90000"/>
          </a:bodyPr>
          <a:lstStyle/>
          <a:p>
            <a:pPr algn="ctr"/>
            <a:r>
              <a:rPr lang="en-US" sz="5300" dirty="0"/>
              <a:t>For the first time in computing, we’re not just building tools—we’re building actors. AI now decides, executes, and evolves. </a:t>
            </a:r>
            <a:br>
              <a:rPr lang="en-US" sz="5300" dirty="0"/>
            </a:br>
            <a:br>
              <a:rPr lang="en-US" sz="5300" dirty="0"/>
            </a:br>
            <a:r>
              <a:rPr lang="en-US" sz="5300" dirty="0">
                <a:solidFill>
                  <a:schemeClr val="bg2"/>
                </a:solidFill>
              </a:rPr>
              <a:t>Governance is no longer optional.</a:t>
            </a:r>
            <a:endParaRPr lang="en-US" dirty="0">
              <a:solidFill>
                <a:schemeClr val="bg2"/>
              </a:solidFill>
            </a:endParaRPr>
          </a:p>
        </p:txBody>
      </p:sp>
      <p:sp>
        <p:nvSpPr>
          <p:cNvPr id="4" name="Date Placeholder 3">
            <a:extLst>
              <a:ext uri="{FF2B5EF4-FFF2-40B4-BE49-F238E27FC236}">
                <a16:creationId xmlns:a16="http://schemas.microsoft.com/office/drawing/2014/main" id="{106EC536-4D69-B4E7-9C6D-6619533935AD}"/>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EA3C6389-9073-D320-E0A7-F52427E12D0C}"/>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2CA6DAA-A775-9412-5BCE-6642789BD87D}"/>
              </a:ext>
            </a:extLst>
          </p:cNvPr>
          <p:cNvSpPr>
            <a:spLocks noGrp="1"/>
          </p:cNvSpPr>
          <p:nvPr>
            <p:ph type="sldNum" sz="quarter" idx="12"/>
          </p:nvPr>
        </p:nvSpPr>
        <p:spPr/>
        <p:txBody>
          <a:bodyPr/>
          <a:lstStyle/>
          <a:p>
            <a:fld id="{6D5B234C-F1E4-AE48-A29C-AA83DF36EEB3}" type="slidenum">
              <a:rPr lang="en-US" smtClean="0"/>
              <a:t>1</a:t>
            </a:fld>
            <a:endParaRPr lang="en-US"/>
          </a:p>
        </p:txBody>
      </p:sp>
      <p:pic>
        <p:nvPicPr>
          <p:cNvPr id="9" name="Content Placeholder 9" descr="A head of a person with white hair&#10;&#10;AI-generated content may be incorrect.">
            <a:extLst>
              <a:ext uri="{FF2B5EF4-FFF2-40B4-BE49-F238E27FC236}">
                <a16:creationId xmlns:a16="http://schemas.microsoft.com/office/drawing/2014/main" id="{F548133C-0C6C-929D-0BF3-CF960C7E1A7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8130210" y="1466852"/>
            <a:ext cx="5905500" cy="5600699"/>
          </a:xfrm>
          <a:prstGeom prst="roundRect">
            <a:avLst>
              <a:gd name="adj" fmla="val 3969"/>
            </a:avLst>
          </a:prstGeom>
        </p:spPr>
      </p:pic>
    </p:spTree>
    <p:extLst>
      <p:ext uri="{BB962C8B-B14F-4D97-AF65-F5344CB8AC3E}">
        <p14:creationId xmlns:p14="http://schemas.microsoft.com/office/powerpoint/2010/main" val="784111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A1C7-878F-ED7A-2DFA-CC5D11CF0DB8}"/>
              </a:ext>
            </a:extLst>
          </p:cNvPr>
          <p:cNvSpPr>
            <a:spLocks noGrp="1"/>
          </p:cNvSpPr>
          <p:nvPr>
            <p:ph type="title"/>
          </p:nvPr>
        </p:nvSpPr>
        <p:spPr>
          <a:xfrm>
            <a:off x="1073426" y="2047875"/>
            <a:ext cx="6102626" cy="4133850"/>
          </a:xfrm>
        </p:spPr>
        <p:txBody>
          <a:bodyPr>
            <a:normAutofit fontScale="90000"/>
          </a:bodyPr>
          <a:lstStyle/>
          <a:p>
            <a:pPr algn="ctr"/>
            <a:r>
              <a:rPr lang="en-US" sz="5300" dirty="0"/>
              <a:t>The difference between transformation and catastrophe is not capability.</a:t>
            </a:r>
            <a:br>
              <a:rPr lang="en-US" sz="5300" dirty="0"/>
            </a:br>
            <a:r>
              <a:rPr lang="en-US" sz="5300" dirty="0"/>
              <a:t> </a:t>
            </a:r>
            <a:br>
              <a:rPr lang="en-US" sz="5300" dirty="0"/>
            </a:br>
            <a:r>
              <a:rPr lang="en-US" sz="5300" dirty="0">
                <a:solidFill>
                  <a:schemeClr val="bg2"/>
                </a:solidFill>
              </a:rPr>
              <a:t>It’s governance. </a:t>
            </a:r>
            <a:br>
              <a:rPr lang="en-US" dirty="0"/>
            </a:br>
            <a:endParaRPr lang="en-US" dirty="0"/>
          </a:p>
        </p:txBody>
      </p:sp>
      <p:sp>
        <p:nvSpPr>
          <p:cNvPr id="4" name="Date Placeholder 3">
            <a:extLst>
              <a:ext uri="{FF2B5EF4-FFF2-40B4-BE49-F238E27FC236}">
                <a16:creationId xmlns:a16="http://schemas.microsoft.com/office/drawing/2014/main" id="{106EC536-4D69-B4E7-9C6D-6619533935AD}"/>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EA3C6389-9073-D320-E0A7-F52427E12D0C}"/>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2CA6DAA-A775-9412-5BCE-6642789BD87D}"/>
              </a:ext>
            </a:extLst>
          </p:cNvPr>
          <p:cNvSpPr>
            <a:spLocks noGrp="1"/>
          </p:cNvSpPr>
          <p:nvPr>
            <p:ph type="sldNum" sz="quarter" idx="12"/>
          </p:nvPr>
        </p:nvSpPr>
        <p:spPr/>
        <p:txBody>
          <a:bodyPr/>
          <a:lstStyle/>
          <a:p>
            <a:fld id="{6D5B234C-F1E4-AE48-A29C-AA83DF36EEB3}" type="slidenum">
              <a:rPr lang="en-US" smtClean="0"/>
              <a:t>2</a:t>
            </a:fld>
            <a:endParaRPr lang="en-US"/>
          </a:p>
        </p:txBody>
      </p:sp>
      <p:pic>
        <p:nvPicPr>
          <p:cNvPr id="9" name="Content Placeholder 9" descr="A head of a person with white hair&#10;&#10;AI-generated content may be incorrect.">
            <a:extLst>
              <a:ext uri="{FF2B5EF4-FFF2-40B4-BE49-F238E27FC236}">
                <a16:creationId xmlns:a16="http://schemas.microsoft.com/office/drawing/2014/main" id="{F548133C-0C6C-929D-0BF3-CF960C7E1A7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a:fillRect/>
          </a:stretch>
        </p:blipFill>
        <p:spPr>
          <a:xfrm>
            <a:off x="8130210" y="1466852"/>
            <a:ext cx="5905500" cy="5600699"/>
          </a:xfrm>
          <a:prstGeom prst="roundRect">
            <a:avLst>
              <a:gd name="adj" fmla="val 3969"/>
            </a:avLst>
          </a:prstGeom>
        </p:spPr>
      </p:pic>
    </p:spTree>
    <p:extLst>
      <p:ext uri="{BB962C8B-B14F-4D97-AF65-F5344CB8AC3E}">
        <p14:creationId xmlns:p14="http://schemas.microsoft.com/office/powerpoint/2010/main" val="584444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D7171-2E68-5949-B892-F2732ABAF8E2}"/>
              </a:ext>
            </a:extLst>
          </p:cNvPr>
          <p:cNvSpPr>
            <a:spLocks noGrp="1"/>
          </p:cNvSpPr>
          <p:nvPr>
            <p:ph type="title"/>
          </p:nvPr>
        </p:nvSpPr>
        <p:spPr/>
        <p:txBody>
          <a:bodyPr>
            <a:normAutofit fontScale="90000"/>
          </a:bodyPr>
          <a:lstStyle/>
          <a:p>
            <a:r>
              <a:rPr lang="en-US" dirty="0"/>
              <a:t>We’ve All Seen The Movie About AI Governance, Ethics, </a:t>
            </a:r>
            <a:r>
              <a:rPr lang="en-US"/>
              <a:t>and Profitability…</a:t>
            </a:r>
            <a:endParaRPr lang="en-US" dirty="0"/>
          </a:p>
        </p:txBody>
      </p:sp>
      <p:sp>
        <p:nvSpPr>
          <p:cNvPr id="4" name="Date Placeholder 3">
            <a:extLst>
              <a:ext uri="{FF2B5EF4-FFF2-40B4-BE49-F238E27FC236}">
                <a16:creationId xmlns:a16="http://schemas.microsoft.com/office/drawing/2014/main" id="{7532F81F-BF09-CC3C-FBEA-9A4002192584}"/>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7ACEB350-7D1C-1172-1C81-FE57701F304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A24C0BE1-4E20-3299-C618-237505F2AF8D}"/>
              </a:ext>
            </a:extLst>
          </p:cNvPr>
          <p:cNvSpPr>
            <a:spLocks noGrp="1"/>
          </p:cNvSpPr>
          <p:nvPr>
            <p:ph type="sldNum" sz="quarter" idx="12"/>
          </p:nvPr>
        </p:nvSpPr>
        <p:spPr/>
        <p:txBody>
          <a:bodyPr/>
          <a:lstStyle/>
          <a:p>
            <a:fld id="{6D5B234C-F1E4-AE48-A29C-AA83DF36EEB3}" type="slidenum">
              <a:rPr lang="en-US" smtClean="0"/>
              <a:t>3</a:t>
            </a:fld>
            <a:endParaRPr lang="en-US"/>
          </a:p>
        </p:txBody>
      </p:sp>
      <p:sp>
        <p:nvSpPr>
          <p:cNvPr id="7" name="Text Placeholder 6">
            <a:extLst>
              <a:ext uri="{FF2B5EF4-FFF2-40B4-BE49-F238E27FC236}">
                <a16:creationId xmlns:a16="http://schemas.microsoft.com/office/drawing/2014/main" id="{68FB5F0C-605A-B788-1E01-E35AE42FA030}"/>
              </a:ext>
            </a:extLst>
          </p:cNvPr>
          <p:cNvSpPr>
            <a:spLocks noGrp="1"/>
          </p:cNvSpPr>
          <p:nvPr>
            <p:ph type="body" sz="quarter" idx="14"/>
          </p:nvPr>
        </p:nvSpPr>
        <p:spPr/>
        <p:txBody>
          <a:bodyPr/>
          <a:lstStyle/>
          <a:p>
            <a:r>
              <a:rPr lang="en-US"/>
              <a:t>INTRODUCATION</a:t>
            </a:r>
          </a:p>
        </p:txBody>
      </p:sp>
      <p:sp>
        <p:nvSpPr>
          <p:cNvPr id="8" name="Text Placeholder 7">
            <a:extLst>
              <a:ext uri="{FF2B5EF4-FFF2-40B4-BE49-F238E27FC236}">
                <a16:creationId xmlns:a16="http://schemas.microsoft.com/office/drawing/2014/main" id="{A3FAD7E7-2AE4-7DB4-D603-EE913EBA428D}"/>
              </a:ext>
            </a:extLst>
          </p:cNvPr>
          <p:cNvSpPr>
            <a:spLocks noGrp="1"/>
          </p:cNvSpPr>
          <p:nvPr>
            <p:ph type="body" sz="quarter" idx="15"/>
          </p:nvPr>
        </p:nvSpPr>
        <p:spPr>
          <a:xfrm>
            <a:off x="958906" y="2343149"/>
            <a:ext cx="5713743" cy="5600700"/>
          </a:xfrm>
        </p:spPr>
        <p:txBody>
          <a:bodyPr/>
          <a:lstStyle/>
          <a:p>
            <a:pPr marL="468313" indent="-411163"/>
            <a:r>
              <a:rPr lang="en-US" sz="2800" dirty="0"/>
              <a:t>Skynet ran amok not because it was incapable, but because it was ungoverned and accelerated bad ethics</a:t>
            </a:r>
          </a:p>
          <a:p>
            <a:pPr marL="468313" indent="-411163"/>
            <a:r>
              <a:rPr lang="en-US" sz="2800" dirty="0"/>
              <a:t>We experience this in much smaller, less impactful microcosms</a:t>
            </a:r>
          </a:p>
          <a:p>
            <a:pPr marL="468313" lvl="1" indent="-411163"/>
            <a:r>
              <a:rPr lang="en-US" sz="2800" dirty="0"/>
              <a:t>Unmonitored costs on AI POCs – surprise weekend bill!</a:t>
            </a:r>
          </a:p>
          <a:p>
            <a:pPr marL="468313" lvl="1" indent="-411163"/>
            <a:r>
              <a:rPr lang="en-US" sz="2800" dirty="0"/>
              <a:t>Automatic “fixes” that automate misconfiguration</a:t>
            </a:r>
          </a:p>
          <a:p>
            <a:pPr marL="468313" lvl="1" indent="-411163"/>
            <a:r>
              <a:rPr lang="en-US" sz="2800" dirty="0"/>
              <a:t>False positives</a:t>
            </a:r>
          </a:p>
          <a:p>
            <a:pPr lvl="1"/>
            <a:endParaRPr lang="en-US" dirty="0"/>
          </a:p>
        </p:txBody>
      </p:sp>
      <p:pic>
        <p:nvPicPr>
          <p:cNvPr id="1032" name="Picture 8" descr="Download Terminator Movie Iconic Pose | Wallpapers.com">
            <a:extLst>
              <a:ext uri="{FF2B5EF4-FFF2-40B4-BE49-F238E27FC236}">
                <a16:creationId xmlns:a16="http://schemas.microsoft.com/office/drawing/2014/main" id="{F78BBA5A-9B99-767D-8A4B-681A5E852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2454580"/>
            <a:ext cx="6959053" cy="3910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512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7B690-1837-E77C-5E38-ADF74BA06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EA76E-297E-BD7F-2F15-40B91D290FB7}"/>
              </a:ext>
            </a:extLst>
          </p:cNvPr>
          <p:cNvSpPr>
            <a:spLocks noGrp="1"/>
          </p:cNvSpPr>
          <p:nvPr>
            <p:ph type="title"/>
          </p:nvPr>
        </p:nvSpPr>
        <p:spPr>
          <a:xfrm>
            <a:off x="1157270" y="885053"/>
            <a:ext cx="12901629" cy="867547"/>
          </a:xfrm>
        </p:spPr>
        <p:txBody>
          <a:bodyPr/>
          <a:lstStyle/>
          <a:p>
            <a:r>
              <a:rPr lang="en-US"/>
              <a:t>Welcome</a:t>
            </a:r>
          </a:p>
        </p:txBody>
      </p:sp>
      <p:sp>
        <p:nvSpPr>
          <p:cNvPr id="4" name="Date Placeholder 3">
            <a:extLst>
              <a:ext uri="{FF2B5EF4-FFF2-40B4-BE49-F238E27FC236}">
                <a16:creationId xmlns:a16="http://schemas.microsoft.com/office/drawing/2014/main" id="{B5AA8219-5854-30B1-C754-02EA65D1B0BA}"/>
              </a:ext>
            </a:extLst>
          </p:cNvPr>
          <p:cNvSpPr>
            <a:spLocks noGrp="1"/>
          </p:cNvSpPr>
          <p:nvPr>
            <p:ph type="dt" sz="half" idx="10"/>
          </p:nvPr>
        </p:nvSpPr>
        <p:spPr/>
        <p:txBody>
          <a:bodyPr/>
          <a:lstStyle/>
          <a:p>
            <a:r>
              <a:rPr lang="en-US"/>
              <a:t>2026</a:t>
            </a:r>
          </a:p>
        </p:txBody>
      </p:sp>
      <p:sp>
        <p:nvSpPr>
          <p:cNvPr id="12" name="Footer Placeholder 11">
            <a:extLst>
              <a:ext uri="{FF2B5EF4-FFF2-40B4-BE49-F238E27FC236}">
                <a16:creationId xmlns:a16="http://schemas.microsoft.com/office/drawing/2014/main" id="{FA4B5AFA-717A-F13B-00D2-062F4AC7A74B}"/>
              </a:ext>
            </a:extLst>
          </p:cNvPr>
          <p:cNvSpPr>
            <a:spLocks noGrp="1"/>
          </p:cNvSpPr>
          <p:nvPr>
            <p:ph type="ftr" sz="quarter" idx="11"/>
          </p:nvPr>
        </p:nvSpPr>
        <p:spPr/>
        <p:txBody>
          <a:bodyPr/>
          <a:lstStyle/>
          <a:p>
            <a:pPr algn="l"/>
            <a:r>
              <a:rPr lang="en-US"/>
              <a:t>Confidential</a:t>
            </a:r>
          </a:p>
        </p:txBody>
      </p:sp>
      <p:sp>
        <p:nvSpPr>
          <p:cNvPr id="13" name="Slide Number Placeholder 12">
            <a:extLst>
              <a:ext uri="{FF2B5EF4-FFF2-40B4-BE49-F238E27FC236}">
                <a16:creationId xmlns:a16="http://schemas.microsoft.com/office/drawing/2014/main" id="{91C167F1-8276-1E3B-E517-04B774546DBB}"/>
              </a:ext>
            </a:extLst>
          </p:cNvPr>
          <p:cNvSpPr>
            <a:spLocks noGrp="1"/>
          </p:cNvSpPr>
          <p:nvPr>
            <p:ph type="sldNum" sz="quarter" idx="12"/>
          </p:nvPr>
        </p:nvSpPr>
        <p:spPr/>
        <p:txBody>
          <a:bodyPr/>
          <a:lstStyle/>
          <a:p>
            <a:fld id="{690F28F1-749B-6E43-9C6F-A927F429EFEC}" type="slidenum">
              <a:rPr lang="en-US" smtClean="0"/>
              <a:pPr/>
              <a:t>4</a:t>
            </a:fld>
            <a:endParaRPr lang="en-US"/>
          </a:p>
        </p:txBody>
      </p:sp>
      <p:sp>
        <p:nvSpPr>
          <p:cNvPr id="6" name="Text Placeholder 5">
            <a:extLst>
              <a:ext uri="{FF2B5EF4-FFF2-40B4-BE49-F238E27FC236}">
                <a16:creationId xmlns:a16="http://schemas.microsoft.com/office/drawing/2014/main" id="{80EA0EA6-B22D-158B-1D0A-5DF4409E311E}"/>
              </a:ext>
            </a:extLst>
          </p:cNvPr>
          <p:cNvSpPr>
            <a:spLocks noGrp="1"/>
          </p:cNvSpPr>
          <p:nvPr>
            <p:ph type="body" sz="quarter" idx="4294967295"/>
          </p:nvPr>
        </p:nvSpPr>
        <p:spPr>
          <a:xfrm>
            <a:off x="1157270" y="583565"/>
            <a:ext cx="6292850" cy="283209"/>
          </a:xfrm>
        </p:spPr>
        <p:txBody>
          <a:bodyPr>
            <a:normAutofit/>
          </a:bodyPr>
          <a:lstStyle/>
          <a:p>
            <a:pPr marL="228600" marR="0" lvl="0" indent="-228600" algn="l" defTabSz="914400" rtl="0" eaLnBrk="1" fontAlgn="auto" latinLnBrk="0" hangingPunct="1">
              <a:lnSpc>
                <a:spcPct val="90000"/>
              </a:lnSpc>
              <a:spcBef>
                <a:spcPts val="0"/>
              </a:spcBef>
              <a:spcAft>
                <a:spcPts val="1600"/>
              </a:spcAft>
              <a:buClr>
                <a:srgbClr val="F2673A"/>
              </a:buClr>
              <a:buSzPct val="90000"/>
              <a:buFont typeface="Wingdings" pitchFamily="2" charset="2"/>
              <a:buNone/>
              <a:tabLst/>
              <a:defRPr/>
            </a:pPr>
            <a:r>
              <a:rPr kumimoji="0" lang="en-US" sz="1400" b="0" i="0" u="none" strike="noStrike" kern="1200" cap="none" spc="100" normalizeH="0" baseline="0" noProof="0">
                <a:ln>
                  <a:noFill/>
                </a:ln>
                <a:solidFill>
                  <a:srgbClr val="F2673A"/>
                </a:solidFill>
                <a:effectLst/>
                <a:uLnTx/>
                <a:uFillTx/>
                <a:latin typeface="Aptos" panose="020B0004020202020204" pitchFamily="34" charset="0"/>
                <a:ea typeface="+mn-ea"/>
                <a:cs typeface="+mn-cs"/>
              </a:rPr>
              <a:t>MEET YOUR PRESENTERS</a:t>
            </a:r>
          </a:p>
        </p:txBody>
      </p:sp>
      <p:sp>
        <p:nvSpPr>
          <p:cNvPr id="8" name="Text Placeholder 7">
            <a:extLst>
              <a:ext uri="{FF2B5EF4-FFF2-40B4-BE49-F238E27FC236}">
                <a16:creationId xmlns:a16="http://schemas.microsoft.com/office/drawing/2014/main" id="{81BF39C1-3DF1-3B47-719A-4A82D2197006}"/>
              </a:ext>
            </a:extLst>
          </p:cNvPr>
          <p:cNvSpPr>
            <a:spLocks noGrp="1"/>
          </p:cNvSpPr>
          <p:nvPr>
            <p:ph type="body" sz="quarter" idx="34"/>
          </p:nvPr>
        </p:nvSpPr>
        <p:spPr>
          <a:xfrm>
            <a:off x="1431021" y="5849251"/>
            <a:ext cx="3703320" cy="1476375"/>
          </a:xfrm>
        </p:spPr>
        <p:txBody>
          <a:bodyPr vert="horz" lIns="0" tIns="0" rIns="0" bIns="0" rtlCol="0" anchor="t">
            <a:noAutofit/>
          </a:bodyPr>
          <a:lstStyle/>
          <a:p>
            <a:pPr marL="13970" lvl="2" indent="0" defTabSz="457200">
              <a:lnSpc>
                <a:spcPct val="110000"/>
              </a:lnSpc>
              <a:buClr>
                <a:srgbClr val="F2673A"/>
              </a:buClr>
              <a:buSzPct val="100000"/>
              <a:buNone/>
              <a:tabLst>
                <a:tab pos="279400" algn="l"/>
              </a:tabLst>
              <a:defRPr/>
            </a:pPr>
            <a:r>
              <a:rPr lang="en-US" sz="3200" dirty="0">
                <a:solidFill>
                  <a:srgbClr val="F2673A"/>
                </a:solidFill>
                <a:latin typeface="Aptos"/>
              </a:rPr>
              <a:t>Nathan Hiscock</a:t>
            </a:r>
            <a:br>
              <a:rPr lang="en-US" sz="2200" b="0" i="0" u="none" strike="noStrike" kern="1200" cap="none" spc="0" normalizeH="0" baseline="0" noProof="0" dirty="0">
                <a:ln>
                  <a:noFill/>
                </a:ln>
                <a:effectLst/>
                <a:uLnTx/>
                <a:uFillTx/>
                <a:latin typeface="Aptos" panose="020B0004020202020204" pitchFamily="34" charset="0"/>
              </a:rPr>
            </a:br>
            <a:r>
              <a:rPr kumimoji="0" lang="en-US" u="none" strike="noStrike" kern="1200" cap="none" spc="0" normalizeH="0" baseline="0" noProof="0" dirty="0">
                <a:ln>
                  <a:noFill/>
                </a:ln>
                <a:solidFill>
                  <a:srgbClr val="FFFFFF"/>
                </a:solidFill>
                <a:effectLst/>
                <a:uLnTx/>
                <a:uFillTx/>
                <a:latin typeface="Aptos"/>
              </a:rPr>
              <a:t>VP of Solution Architecture</a:t>
            </a:r>
            <a:br>
              <a:rPr lang="en-US" sz="1600" u="none" strike="noStrike" kern="1200" cap="none" spc="0" normalizeH="0" baseline="0" noProof="0" dirty="0">
                <a:ln>
                  <a:noFill/>
                </a:ln>
                <a:effectLst/>
                <a:uLnTx/>
                <a:uFillTx/>
              </a:rPr>
            </a:br>
            <a:r>
              <a:rPr kumimoji="0" lang="en-US" sz="2000" u="none" strike="noStrike" kern="1200" cap="none" spc="0" normalizeH="0" baseline="0" noProof="0" dirty="0" err="1">
                <a:ln>
                  <a:noFill/>
                </a:ln>
                <a:solidFill>
                  <a:srgbClr val="FFFFFF"/>
                </a:solidFill>
                <a:effectLst/>
                <a:uLnTx/>
                <a:uFillTx/>
                <a:latin typeface="Aptos"/>
              </a:rPr>
              <a:t>UTurn</a:t>
            </a:r>
            <a:r>
              <a:rPr kumimoji="0" lang="en-US" sz="2000" u="none" strike="noStrike" kern="1200" cap="none" spc="0" normalizeH="0" baseline="0" noProof="0" dirty="0">
                <a:ln>
                  <a:noFill/>
                </a:ln>
                <a:solidFill>
                  <a:srgbClr val="FFFFFF"/>
                </a:solidFill>
                <a:effectLst/>
                <a:uLnTx/>
                <a:uFillTx/>
                <a:latin typeface="Aptos"/>
              </a:rPr>
              <a:t> Data Solutions</a:t>
            </a:r>
            <a:br>
              <a:rPr lang="en-US" sz="2000" u="none" strike="noStrike" kern="1200" cap="none" spc="0" normalizeH="0" baseline="0" noProof="0" dirty="0">
                <a:ln>
                  <a:noFill/>
                </a:ln>
                <a:effectLst/>
                <a:uLnTx/>
                <a:uFillTx/>
              </a:rPr>
            </a:br>
            <a:r>
              <a:rPr kumimoji="0" lang="en-US" sz="2000" u="none" strike="noStrike" kern="1200" cap="none" spc="0" normalizeH="0" baseline="0" noProof="0" dirty="0">
                <a:ln>
                  <a:noFill/>
                </a:ln>
                <a:solidFill>
                  <a:srgbClr val="FFFFFF"/>
                </a:solidFill>
                <a:effectLst/>
                <a:uLnTx/>
                <a:uFillTx/>
                <a:latin typeface="Aptos"/>
              </a:rPr>
              <a:t>	   @</a:t>
            </a:r>
            <a:r>
              <a:rPr kumimoji="0" lang="en-US" sz="2000" u="none" strike="noStrike" kern="1200" cap="none" spc="0" normalizeH="0" baseline="0" noProof="0" dirty="0" err="1">
                <a:ln>
                  <a:noFill/>
                </a:ln>
                <a:solidFill>
                  <a:srgbClr val="FFFFFF"/>
                </a:solidFill>
                <a:effectLst/>
                <a:uLnTx/>
                <a:uFillTx/>
                <a:latin typeface="Aptos"/>
              </a:rPr>
              <a:t>njhiscock</a:t>
            </a:r>
            <a:endParaRPr lang="en-US" sz="2000" u="none" strike="noStrike" kern="1200" cap="none" spc="0" normalizeH="0" baseline="0" noProof="0" dirty="0">
              <a:ln>
                <a:noFill/>
              </a:ln>
              <a:solidFill>
                <a:srgbClr val="FFFFFF"/>
              </a:solidFill>
              <a:effectLst/>
              <a:uLnTx/>
              <a:uFillTx/>
              <a:latin typeface="Aptos"/>
            </a:endParaRPr>
          </a:p>
          <a:p>
            <a:endParaRPr lang="en-US" dirty="0"/>
          </a:p>
        </p:txBody>
      </p:sp>
      <p:pic>
        <p:nvPicPr>
          <p:cNvPr id="24" name="Picture Placeholder 23">
            <a:extLst>
              <a:ext uri="{FF2B5EF4-FFF2-40B4-BE49-F238E27FC236}">
                <a16:creationId xmlns:a16="http://schemas.microsoft.com/office/drawing/2014/main" id="{819F0BE4-318A-2713-20FB-FF3856158A84}"/>
              </a:ext>
            </a:extLst>
          </p:cNvPr>
          <p:cNvPicPr>
            <a:picLocks noGrp="1" noChangeAspect="1"/>
          </p:cNvPicPr>
          <p:nvPr>
            <p:ph type="pic" sz="quarter" idx="36"/>
          </p:nvPr>
        </p:nvPicPr>
        <p:blipFill>
          <a:blip r:embed="rId3">
            <a:extLst>
              <a:ext uri="{28A0092B-C50C-407E-A947-70E740481C1C}">
                <a14:useLocalDpi xmlns:a14="http://schemas.microsoft.com/office/drawing/2010/main" val="0"/>
              </a:ext>
            </a:extLst>
          </a:blip>
          <a:srcRect l="12516" r="12516"/>
          <a:stretch/>
        </p:blipFill>
        <p:spPr>
          <a:xfrm>
            <a:off x="1339850" y="1752600"/>
            <a:ext cx="3794125" cy="3795712"/>
          </a:xfrm>
          <a:prstGeom prst="roundRect">
            <a:avLst>
              <a:gd name="adj" fmla="val 6160"/>
            </a:avLst>
          </a:prstGeom>
          <a:solidFill>
            <a:srgbClr val="D1D3D3">
              <a:alpha val="10000"/>
            </a:srgbClr>
          </a:solidFill>
        </p:spPr>
      </p:pic>
      <p:pic>
        <p:nvPicPr>
          <p:cNvPr id="10" name="Picture 6">
            <a:extLst>
              <a:ext uri="{FF2B5EF4-FFF2-40B4-BE49-F238E27FC236}">
                <a16:creationId xmlns:a16="http://schemas.microsoft.com/office/drawing/2014/main" id="{57434882-DBCA-36B0-E86F-28131666E68A}"/>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480449" y="7132799"/>
            <a:ext cx="283464" cy="2834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E8BD859-1935-C5F6-C1E3-2B5E34C1B8AF}"/>
              </a:ext>
            </a:extLst>
          </p:cNvPr>
          <p:cNvSpPr txBox="1"/>
          <p:nvPr/>
        </p:nvSpPr>
        <p:spPr>
          <a:xfrm>
            <a:off x="6636328" y="1318826"/>
            <a:ext cx="7279237" cy="6407908"/>
          </a:xfrm>
          <a:prstGeom prst="rect">
            <a:avLst/>
          </a:prstGeom>
          <a:noFill/>
        </p:spPr>
        <p:txBody>
          <a:bodyPr wrap="none" rtlCol="0">
            <a:spAutoFit/>
          </a:bodyPr>
          <a:lstStyle/>
          <a:p>
            <a:r>
              <a:rPr lang="en-US" dirty="0">
                <a:solidFill>
                  <a:schemeClr val="bg1"/>
                </a:solidFill>
              </a:rPr>
              <a:t>B.S. Computer Science</a:t>
            </a:r>
            <a:br>
              <a:rPr lang="en-US" dirty="0">
                <a:solidFill>
                  <a:schemeClr val="bg1"/>
                </a:solidFill>
              </a:rPr>
            </a:br>
            <a:r>
              <a:rPr lang="en-US" dirty="0">
                <a:solidFill>
                  <a:schemeClr val="bg1"/>
                </a:solidFill>
              </a:rPr>
              <a:t>M.S. Information Communication Sciences</a:t>
            </a:r>
            <a:br>
              <a:rPr lang="en-US" dirty="0">
                <a:solidFill>
                  <a:schemeClr val="bg1"/>
                </a:solidFill>
              </a:rPr>
            </a:br>
            <a:r>
              <a:rPr lang="en-US" dirty="0">
                <a:solidFill>
                  <a:schemeClr val="bg1"/>
                </a:solidFill>
              </a:rPr>
              <a:t>former Adjunct Faculty for Cloud @ Ball State</a:t>
            </a:r>
          </a:p>
          <a:p>
            <a:endParaRPr lang="en-US" dirty="0">
              <a:solidFill>
                <a:schemeClr val="bg1"/>
              </a:solidFill>
            </a:endParaRPr>
          </a:p>
          <a:p>
            <a:r>
              <a:rPr lang="en-US" dirty="0">
                <a:solidFill>
                  <a:schemeClr val="bg1"/>
                </a:solidFill>
              </a:rPr>
              <a:t>4X Entrepreneur</a:t>
            </a:r>
            <a:br>
              <a:rPr lang="en-US" dirty="0">
                <a:solidFill>
                  <a:schemeClr val="bg1"/>
                </a:solidFill>
              </a:rPr>
            </a:br>
            <a:br>
              <a:rPr lang="en-US" dirty="0">
                <a:solidFill>
                  <a:schemeClr val="bg1"/>
                </a:solidFill>
              </a:rPr>
            </a:br>
            <a:r>
              <a:rPr lang="en-US" dirty="0">
                <a:solidFill>
                  <a:schemeClr val="bg1"/>
                </a:solidFill>
              </a:rPr>
              <a:t>Former Global Cloud Sales Leader</a:t>
            </a:r>
            <a:br>
              <a:rPr lang="en-US" dirty="0">
                <a:solidFill>
                  <a:schemeClr val="bg1"/>
                </a:solidFill>
              </a:rPr>
            </a:br>
            <a:br>
              <a:rPr lang="en-US" dirty="0">
                <a:solidFill>
                  <a:schemeClr val="bg1"/>
                </a:solidFill>
              </a:rPr>
            </a:br>
            <a:r>
              <a:rPr lang="en-US" dirty="0">
                <a:solidFill>
                  <a:schemeClr val="bg1"/>
                </a:solidFill>
              </a:rPr>
              <a:t>Frequent Speaker on Cloud and Industry Topics</a:t>
            </a:r>
            <a:br>
              <a:rPr lang="en-US" dirty="0">
                <a:solidFill>
                  <a:schemeClr val="bg1"/>
                </a:solidFill>
              </a:rPr>
            </a:br>
            <a:br>
              <a:rPr lang="en-US" dirty="0">
                <a:solidFill>
                  <a:schemeClr val="bg1"/>
                </a:solidFill>
              </a:rPr>
            </a:br>
            <a:r>
              <a:rPr lang="en-US" dirty="0">
                <a:solidFill>
                  <a:schemeClr val="bg1"/>
                </a:solidFill>
              </a:rPr>
              <a:t>A Bunch of cloud Certifications</a:t>
            </a:r>
            <a:br>
              <a:rPr lang="en-US" dirty="0">
                <a:solidFill>
                  <a:schemeClr val="bg1"/>
                </a:solidFill>
              </a:rPr>
            </a:br>
            <a:br>
              <a:rPr lang="en-US" dirty="0">
                <a:solidFill>
                  <a:schemeClr val="bg1"/>
                </a:solidFill>
              </a:rPr>
            </a:br>
            <a:r>
              <a:rPr lang="en-US" dirty="0">
                <a:solidFill>
                  <a:schemeClr val="bg1"/>
                </a:solidFill>
              </a:rPr>
              <a:t>Leader of </a:t>
            </a:r>
            <a:r>
              <a:rPr lang="en-US" dirty="0" err="1">
                <a:solidFill>
                  <a:schemeClr val="bg1"/>
                </a:solidFill>
              </a:rPr>
              <a:t>IndyAWS</a:t>
            </a:r>
            <a:r>
              <a:rPr lang="en-US" dirty="0">
                <a:solidFill>
                  <a:schemeClr val="bg1"/>
                </a:solidFill>
              </a:rPr>
              <a:t> User Group</a:t>
            </a:r>
          </a:p>
          <a:p>
            <a:endParaRPr lang="en-US" dirty="0">
              <a:solidFill>
                <a:schemeClr val="bg1"/>
              </a:solidFill>
            </a:endParaRPr>
          </a:p>
          <a:p>
            <a:r>
              <a:rPr lang="en-US" dirty="0">
                <a:solidFill>
                  <a:schemeClr val="bg1"/>
                </a:solidFill>
              </a:rPr>
              <a:t>Husband, father of 3, trumpet player and board member for </a:t>
            </a:r>
            <a:br>
              <a:rPr lang="en-US" dirty="0">
                <a:solidFill>
                  <a:schemeClr val="bg1"/>
                </a:solidFill>
              </a:rPr>
            </a:br>
            <a:r>
              <a:rPr lang="en-US" dirty="0">
                <a:solidFill>
                  <a:schemeClr val="bg1"/>
                </a:solidFill>
              </a:rPr>
              <a:t>Indianapolis Symphonic Band, amateur radio emergency </a:t>
            </a:r>
            <a:br>
              <a:rPr lang="en-US" dirty="0">
                <a:solidFill>
                  <a:schemeClr val="bg1"/>
                </a:solidFill>
              </a:rPr>
            </a:br>
            <a:r>
              <a:rPr lang="en-US" dirty="0">
                <a:solidFill>
                  <a:schemeClr val="bg1"/>
                </a:solidFill>
              </a:rPr>
              <a:t>communication services, and lots of other community</a:t>
            </a:r>
            <a:br>
              <a:rPr lang="en-US" dirty="0">
                <a:solidFill>
                  <a:schemeClr val="bg1"/>
                </a:solidFill>
              </a:rPr>
            </a:br>
            <a:r>
              <a:rPr lang="en-US" dirty="0">
                <a:solidFill>
                  <a:schemeClr val="bg1"/>
                </a:solidFill>
              </a:rPr>
              <a:t>activities</a:t>
            </a:r>
            <a:br>
              <a:rPr lang="en-US" dirty="0">
                <a:solidFill>
                  <a:schemeClr val="bg1"/>
                </a:solidFill>
              </a:rPr>
            </a:br>
            <a:endParaRPr lang="en-US" dirty="0">
              <a:solidFill>
                <a:schemeClr val="bg1"/>
              </a:solidFill>
            </a:endParaRPr>
          </a:p>
        </p:txBody>
      </p:sp>
    </p:spTree>
    <p:extLst>
      <p:ext uri="{BB962C8B-B14F-4D97-AF65-F5344CB8AC3E}">
        <p14:creationId xmlns:p14="http://schemas.microsoft.com/office/powerpoint/2010/main" val="2400188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87D58-8034-FCCB-17BF-41ED00FD5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A4712-9965-3945-9018-CDCA388B9E18}"/>
              </a:ext>
            </a:extLst>
          </p:cNvPr>
          <p:cNvSpPr>
            <a:spLocks noGrp="1"/>
          </p:cNvSpPr>
          <p:nvPr>
            <p:ph type="title"/>
          </p:nvPr>
        </p:nvSpPr>
        <p:spPr/>
        <p:txBody>
          <a:bodyPr>
            <a:normAutofit/>
          </a:bodyPr>
          <a:lstStyle/>
          <a:p>
            <a:r>
              <a:rPr lang="en-US"/>
              <a:t>Cloud. AI. Managed. Realized.</a:t>
            </a:r>
          </a:p>
        </p:txBody>
      </p:sp>
      <p:pic>
        <p:nvPicPr>
          <p:cNvPr id="13" name="Picture Placeholder 10" descr="A tall building with many balconies&#10;&#10;AI-generated content may be incorrect.">
            <a:extLst>
              <a:ext uri="{FF2B5EF4-FFF2-40B4-BE49-F238E27FC236}">
                <a16:creationId xmlns:a16="http://schemas.microsoft.com/office/drawing/2014/main" id="{EE4F372C-A3E6-83CD-831D-AEA956C7DCBB}"/>
              </a:ext>
            </a:extLst>
          </p:cNvPr>
          <p:cNvPicPr>
            <a:picLocks noGrp="1" noChangeAspect="1"/>
          </p:cNvPicPr>
          <p:nvPr>
            <p:ph type="pic" idx="1"/>
          </p:nvPr>
        </p:nvPicPr>
        <p:blipFill>
          <a:blip r:embed="rId2" cstate="screen">
            <a:extLst>
              <a:ext uri="{28A0092B-C50C-407E-A947-70E740481C1C}">
                <a14:useLocalDpi xmlns:a14="http://schemas.microsoft.com/office/drawing/2010/main"/>
              </a:ext>
            </a:extLst>
          </a:blip>
          <a:srcRect/>
          <a:stretch/>
        </p:blipFill>
        <p:spPr/>
      </p:pic>
      <p:sp>
        <p:nvSpPr>
          <p:cNvPr id="3" name="Date Placeholder 2">
            <a:extLst>
              <a:ext uri="{FF2B5EF4-FFF2-40B4-BE49-F238E27FC236}">
                <a16:creationId xmlns:a16="http://schemas.microsoft.com/office/drawing/2014/main" id="{3FBE3F8B-AC40-05C7-AEAE-05E045B9F3D1}"/>
              </a:ext>
            </a:extLst>
          </p:cNvPr>
          <p:cNvSpPr>
            <a:spLocks noGrp="1"/>
          </p:cNvSpPr>
          <p:nvPr>
            <p:ph type="dt" sz="half" idx="10"/>
          </p:nvPr>
        </p:nvSpPr>
        <p:spPr/>
        <p:txBody>
          <a:bodyPr/>
          <a:lstStyle/>
          <a:p>
            <a:r>
              <a:rPr lang="en-US"/>
              <a:t>2026</a:t>
            </a:r>
          </a:p>
        </p:txBody>
      </p:sp>
      <p:sp>
        <p:nvSpPr>
          <p:cNvPr id="4" name="Footer Placeholder 3">
            <a:extLst>
              <a:ext uri="{FF2B5EF4-FFF2-40B4-BE49-F238E27FC236}">
                <a16:creationId xmlns:a16="http://schemas.microsoft.com/office/drawing/2014/main" id="{4D781CE4-3A0E-3625-AF00-AB0385542B09}"/>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5D3635C0-8231-ED79-8949-7D91F8B936BA}"/>
              </a:ext>
            </a:extLst>
          </p:cNvPr>
          <p:cNvSpPr>
            <a:spLocks noGrp="1"/>
          </p:cNvSpPr>
          <p:nvPr>
            <p:ph type="sldNum" sz="quarter" idx="12"/>
          </p:nvPr>
        </p:nvSpPr>
        <p:spPr/>
        <p:txBody>
          <a:bodyPr/>
          <a:lstStyle/>
          <a:p>
            <a:fld id="{6D5B234C-F1E4-AE48-A29C-AA83DF36EEB3}" type="slidenum">
              <a:rPr lang="en-US" smtClean="0"/>
              <a:t>5</a:t>
            </a:fld>
            <a:endParaRPr lang="en-US"/>
          </a:p>
        </p:txBody>
      </p:sp>
      <p:sp>
        <p:nvSpPr>
          <p:cNvPr id="11" name="Text Placeholder 10">
            <a:extLst>
              <a:ext uri="{FF2B5EF4-FFF2-40B4-BE49-F238E27FC236}">
                <a16:creationId xmlns:a16="http://schemas.microsoft.com/office/drawing/2014/main" id="{F3081E0C-9282-5E73-71D2-CDCC39F8F9E8}"/>
              </a:ext>
            </a:extLst>
          </p:cNvPr>
          <p:cNvSpPr>
            <a:spLocks noGrp="1"/>
          </p:cNvSpPr>
          <p:nvPr>
            <p:ph type="body" sz="quarter" idx="14"/>
          </p:nvPr>
        </p:nvSpPr>
        <p:spPr/>
        <p:txBody>
          <a:bodyPr/>
          <a:lstStyle/>
          <a:p>
            <a:r>
              <a:rPr lang="en-US"/>
              <a:t>WHO WE ARE</a:t>
            </a:r>
          </a:p>
        </p:txBody>
      </p:sp>
      <p:sp>
        <p:nvSpPr>
          <p:cNvPr id="7" name="Text Placeholder 6">
            <a:extLst>
              <a:ext uri="{FF2B5EF4-FFF2-40B4-BE49-F238E27FC236}">
                <a16:creationId xmlns:a16="http://schemas.microsoft.com/office/drawing/2014/main" id="{EC980A71-D247-B165-3A23-3FEC23FCC146}"/>
              </a:ext>
            </a:extLst>
          </p:cNvPr>
          <p:cNvSpPr>
            <a:spLocks noGrp="1"/>
          </p:cNvSpPr>
          <p:nvPr>
            <p:ph type="body" sz="quarter" idx="15"/>
          </p:nvPr>
        </p:nvSpPr>
        <p:spPr/>
        <p:txBody>
          <a:bodyPr/>
          <a:lstStyle/>
          <a:p>
            <a:pPr lvl="4"/>
            <a:r>
              <a:rPr lang="en-US" sz="2000"/>
              <a:t>Headquartered in Chicago, IL</a:t>
            </a:r>
          </a:p>
          <a:p>
            <a:pPr lvl="4"/>
            <a:r>
              <a:rPr lang="en-US" sz="2000"/>
              <a:t>Founded in 2013</a:t>
            </a:r>
          </a:p>
          <a:p>
            <a:pPr lvl="4"/>
            <a:r>
              <a:rPr lang="en-US" sz="2000"/>
              <a:t>Cloud, Data, and AI Consultancy</a:t>
            </a:r>
          </a:p>
          <a:p>
            <a:pPr lvl="4"/>
            <a:r>
              <a:rPr lang="en-US" sz="2000"/>
              <a:t>Cloud Premiere Tier Services Partner</a:t>
            </a:r>
          </a:p>
          <a:p>
            <a:pPr lvl="4"/>
            <a:r>
              <a:rPr lang="en-US" sz="2000"/>
              <a:t>Cloud Migration, DevOps, Data &amp; Analytics, SaaS</a:t>
            </a:r>
          </a:p>
          <a:p>
            <a:pPr lvl="4"/>
            <a:r>
              <a:rPr lang="en-US" sz="2000"/>
              <a:t>Near-Perfect Customer Satisfaction Rating</a:t>
            </a:r>
          </a:p>
          <a:p>
            <a:pPr lvl="4"/>
            <a:r>
              <a:rPr lang="en-US" sz="2000"/>
              <a:t>Servicing customers around the world</a:t>
            </a:r>
          </a:p>
          <a:p>
            <a:pPr lvl="4"/>
            <a:r>
              <a:rPr lang="en-US" sz="2000" spc="-30"/>
              <a:t>No. 4 on Crain’s Fast 50 fastest-growing Chicago firms</a:t>
            </a:r>
          </a:p>
          <a:p>
            <a:pPr lvl="4"/>
            <a:r>
              <a:rPr lang="en-US" sz="2000"/>
              <a:t>No. 7 on Crain's Best Places to Work in Chicago</a:t>
            </a:r>
          </a:p>
          <a:p>
            <a:endParaRPr lang="en-US"/>
          </a:p>
        </p:txBody>
      </p:sp>
      <p:sp>
        <p:nvSpPr>
          <p:cNvPr id="8" name="Text Placeholder 7">
            <a:extLst>
              <a:ext uri="{FF2B5EF4-FFF2-40B4-BE49-F238E27FC236}">
                <a16:creationId xmlns:a16="http://schemas.microsoft.com/office/drawing/2014/main" id="{CBD53330-4B8A-201A-3415-E9809237D890}"/>
              </a:ext>
            </a:extLst>
          </p:cNvPr>
          <p:cNvSpPr>
            <a:spLocks noGrp="1"/>
          </p:cNvSpPr>
          <p:nvPr>
            <p:ph type="body" sz="quarter" idx="16"/>
          </p:nvPr>
        </p:nvSpPr>
        <p:spPr/>
        <p:txBody>
          <a:bodyPr>
            <a:noAutofit/>
          </a:bodyPr>
          <a:lstStyle/>
          <a:p>
            <a:pPr lvl="5"/>
            <a:r>
              <a:rPr lang="en-US" sz="1800">
                <a:solidFill>
                  <a:schemeClr val="tx2"/>
                </a:solidFill>
                <a:latin typeface="Aptos" panose="020B0004020202020204" pitchFamily="34" charset="0"/>
              </a:rPr>
              <a:t>Cloud Competencies: AI,</a:t>
            </a:r>
            <a:br>
              <a:rPr lang="en-US" sz="1800">
                <a:solidFill>
                  <a:schemeClr val="tx2"/>
                </a:solidFill>
                <a:latin typeface="Aptos" panose="020B0004020202020204" pitchFamily="34" charset="0"/>
              </a:rPr>
            </a:br>
            <a:r>
              <a:rPr lang="en-US" sz="1800">
                <a:solidFill>
                  <a:schemeClr val="tx2"/>
                </a:solidFill>
                <a:latin typeface="Aptos" panose="020B0004020202020204" pitchFamily="34" charset="0"/>
              </a:rPr>
              <a:t>DevOps, Migration &amp; Modernization, D&amp;A,</a:t>
            </a:r>
            <a:br>
              <a:rPr lang="en-US" sz="1800">
                <a:solidFill>
                  <a:schemeClr val="tx2"/>
                </a:solidFill>
                <a:latin typeface="Aptos" panose="020B0004020202020204" pitchFamily="34" charset="0"/>
              </a:rPr>
            </a:br>
            <a:r>
              <a:rPr lang="en-US" sz="1800">
                <a:solidFill>
                  <a:schemeClr val="tx2"/>
                </a:solidFill>
                <a:latin typeface="Aptos" panose="020B0004020202020204" pitchFamily="34" charset="0"/>
              </a:rPr>
              <a:t>and Saas</a:t>
            </a:r>
          </a:p>
          <a:p>
            <a:pPr lvl="5"/>
            <a:r>
              <a:rPr lang="en-US" sz="1800">
                <a:solidFill>
                  <a:schemeClr val="tx2"/>
                </a:solidFill>
                <a:latin typeface="Aptos" panose="020B0004020202020204" pitchFamily="34" charset="0"/>
              </a:rPr>
              <a:t>Immersion Day Partner</a:t>
            </a:r>
          </a:p>
        </p:txBody>
      </p:sp>
      <p:sp>
        <p:nvSpPr>
          <p:cNvPr id="9" name="Text Placeholder 7">
            <a:extLst>
              <a:ext uri="{FF2B5EF4-FFF2-40B4-BE49-F238E27FC236}">
                <a16:creationId xmlns:a16="http://schemas.microsoft.com/office/drawing/2014/main" id="{E15F866D-F4ED-892C-095F-363F3CF1654D}"/>
              </a:ext>
            </a:extLst>
          </p:cNvPr>
          <p:cNvSpPr txBox="1">
            <a:spLocks/>
          </p:cNvSpPr>
          <p:nvPr/>
        </p:nvSpPr>
        <p:spPr>
          <a:xfrm>
            <a:off x="10963275" y="2057400"/>
            <a:ext cx="3101975" cy="2352675"/>
          </a:xfrm>
          <a:prstGeom prst="rect">
            <a:avLst/>
          </a:prstGeom>
        </p:spPr>
        <p:txBody>
          <a:bodyPr vert="horz" lIns="0" tIns="0" rIns="0" bIns="0" rtlCol="0">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Light"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5"/>
            <a:r>
              <a:rPr lang="en-US" sz="1800">
                <a:solidFill>
                  <a:schemeClr val="tx2"/>
                </a:solidFill>
                <a:latin typeface="Aptos" panose="020B0004020202020204" pitchFamily="34" charset="0"/>
              </a:rPr>
              <a:t>Data Foundations for GenAI Launch Partner</a:t>
            </a:r>
          </a:p>
          <a:p>
            <a:pPr lvl="5"/>
            <a:r>
              <a:rPr lang="en-US" sz="1800">
                <a:solidFill>
                  <a:schemeClr val="tx2"/>
                </a:solidFill>
                <a:latin typeface="Aptos" panose="020B0004020202020204" pitchFamily="34" charset="0"/>
              </a:rPr>
              <a:t>Public Sector Approved</a:t>
            </a:r>
            <a:br>
              <a:rPr lang="en-US" sz="1800">
                <a:solidFill>
                  <a:schemeClr val="tx2"/>
                </a:solidFill>
                <a:latin typeface="Aptos" panose="020B0004020202020204" pitchFamily="34" charset="0"/>
              </a:rPr>
            </a:br>
            <a:r>
              <a:rPr lang="en-US" sz="1800">
                <a:solidFill>
                  <a:schemeClr val="tx2"/>
                </a:solidFill>
                <a:latin typeface="Aptos" panose="020B0004020202020204" pitchFamily="34" charset="0"/>
              </a:rPr>
              <a:t>Solution Provider</a:t>
            </a:r>
          </a:p>
          <a:p>
            <a:pPr lvl="5"/>
            <a:r>
              <a:rPr lang="en-US" sz="1800">
                <a:solidFill>
                  <a:schemeClr val="tx2"/>
                </a:solidFill>
                <a:latin typeface="Aptos" panose="020B0004020202020204" pitchFamily="34" charset="0"/>
              </a:rPr>
              <a:t>AI and VMware Strategic Collaboration Partner </a:t>
            </a:r>
          </a:p>
        </p:txBody>
      </p:sp>
    </p:spTree>
    <p:extLst>
      <p:ext uri="{BB962C8B-B14F-4D97-AF65-F5344CB8AC3E}">
        <p14:creationId xmlns:p14="http://schemas.microsoft.com/office/powerpoint/2010/main" val="1800128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87694-5D96-2637-9096-83F5DC55F79C}"/>
              </a:ext>
            </a:extLst>
          </p:cNvPr>
          <p:cNvSpPr>
            <a:spLocks noGrp="1"/>
          </p:cNvSpPr>
          <p:nvPr>
            <p:ph type="title"/>
          </p:nvPr>
        </p:nvSpPr>
        <p:spPr/>
        <p:txBody>
          <a:bodyPr/>
          <a:lstStyle/>
          <a:p>
            <a:r>
              <a:rPr lang="en-US"/>
              <a:t>The Shift: Assistants </a:t>
            </a:r>
            <a:r>
              <a:rPr lang="en-US">
                <a:sym typeface="Wingdings" pitchFamily="2" charset="2"/>
              </a:rPr>
              <a:t> Agents</a:t>
            </a:r>
            <a:endParaRPr lang="en-US"/>
          </a:p>
        </p:txBody>
      </p:sp>
      <p:sp>
        <p:nvSpPr>
          <p:cNvPr id="4" name="Date Placeholder 3">
            <a:extLst>
              <a:ext uri="{FF2B5EF4-FFF2-40B4-BE49-F238E27FC236}">
                <a16:creationId xmlns:a16="http://schemas.microsoft.com/office/drawing/2014/main" id="{F8AB1CFA-E1B7-42C0-EC0C-D5F77291808A}"/>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3BB5CF7B-750F-1C51-55FB-0017531EAF9C}"/>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B3494F31-E20F-8A77-04BE-4F3B5EC8CDF9}"/>
              </a:ext>
            </a:extLst>
          </p:cNvPr>
          <p:cNvSpPr>
            <a:spLocks noGrp="1"/>
          </p:cNvSpPr>
          <p:nvPr>
            <p:ph type="sldNum" sz="quarter" idx="12"/>
          </p:nvPr>
        </p:nvSpPr>
        <p:spPr/>
        <p:txBody>
          <a:bodyPr/>
          <a:lstStyle/>
          <a:p>
            <a:fld id="{6D5B234C-F1E4-AE48-A29C-AA83DF36EEB3}" type="slidenum">
              <a:rPr lang="en-US" smtClean="0"/>
              <a:t>6</a:t>
            </a:fld>
            <a:endParaRPr lang="en-US"/>
          </a:p>
        </p:txBody>
      </p:sp>
      <p:sp>
        <p:nvSpPr>
          <p:cNvPr id="12" name="TextBox 11">
            <a:extLst>
              <a:ext uri="{FF2B5EF4-FFF2-40B4-BE49-F238E27FC236}">
                <a16:creationId xmlns:a16="http://schemas.microsoft.com/office/drawing/2014/main" id="{D8CBB074-11CF-5B56-AA91-3F3F86B10AFC}"/>
              </a:ext>
            </a:extLst>
          </p:cNvPr>
          <p:cNvSpPr txBox="1"/>
          <p:nvPr/>
        </p:nvSpPr>
        <p:spPr>
          <a:xfrm>
            <a:off x="1815407" y="3782991"/>
            <a:ext cx="11571084" cy="1200329"/>
          </a:xfrm>
          <a:prstGeom prst="rect">
            <a:avLst/>
          </a:prstGeom>
          <a:noFill/>
        </p:spPr>
        <p:txBody>
          <a:bodyPr wrap="square" rtlCol="0">
            <a:spAutoFit/>
          </a:bodyPr>
          <a:lstStyle/>
          <a:p>
            <a:pPr algn="ctr"/>
            <a:r>
              <a:rPr lang="en-US" sz="3200" b="1" i="1" dirty="0">
                <a:solidFill>
                  <a:schemeClr val="bg2"/>
                </a:solidFill>
              </a:rPr>
              <a:t>“If your AI can place a purchase order… who approved it?”</a:t>
            </a:r>
          </a:p>
          <a:p>
            <a:pPr algn="ctr"/>
            <a:endParaRPr lang="en-US" sz="4000" b="1" i="1" dirty="0">
              <a:solidFill>
                <a:schemeClr val="bg1"/>
              </a:solidFill>
            </a:endParaRPr>
          </a:p>
        </p:txBody>
      </p:sp>
      <p:sp>
        <p:nvSpPr>
          <p:cNvPr id="13" name="Text Placeholder 5">
            <a:extLst>
              <a:ext uri="{FF2B5EF4-FFF2-40B4-BE49-F238E27FC236}">
                <a16:creationId xmlns:a16="http://schemas.microsoft.com/office/drawing/2014/main" id="{93152BD8-68D5-23FA-54FF-1E97568E5049}"/>
              </a:ext>
            </a:extLst>
          </p:cNvPr>
          <p:cNvSpPr>
            <a:spLocks noGrp="1"/>
          </p:cNvSpPr>
          <p:nvPr>
            <p:ph type="body" sz="quarter" idx="14"/>
          </p:nvPr>
        </p:nvSpPr>
        <p:spPr>
          <a:xfrm>
            <a:off x="1142999" y="571499"/>
            <a:ext cx="7010401" cy="252413"/>
          </a:xfrm>
        </p:spPr>
        <p:txBody>
          <a:bodyPr/>
          <a:lstStyle/>
          <a:p>
            <a:r>
              <a:rPr lang="en-US">
                <a:solidFill>
                  <a:schemeClr val="tx2"/>
                </a:solidFill>
              </a:rPr>
              <a:t>GOVERNING AGENCY</a:t>
            </a:r>
          </a:p>
        </p:txBody>
      </p:sp>
    </p:spTree>
    <p:extLst>
      <p:ext uri="{BB962C8B-B14F-4D97-AF65-F5344CB8AC3E}">
        <p14:creationId xmlns:p14="http://schemas.microsoft.com/office/powerpoint/2010/main" val="1840825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72F85-7723-B61B-C39C-5A0595D293E5}"/>
              </a:ext>
            </a:extLst>
          </p:cNvPr>
          <p:cNvSpPr>
            <a:spLocks noGrp="1"/>
          </p:cNvSpPr>
          <p:nvPr>
            <p:ph type="title"/>
          </p:nvPr>
        </p:nvSpPr>
        <p:spPr/>
        <p:txBody>
          <a:bodyPr/>
          <a:lstStyle/>
          <a:p>
            <a:r>
              <a:rPr lang="en-US" dirty="0"/>
              <a:t>AI Assistants – Where We Were</a:t>
            </a:r>
          </a:p>
        </p:txBody>
      </p:sp>
      <p:sp>
        <p:nvSpPr>
          <p:cNvPr id="3" name="Content Placeholder 2">
            <a:extLst>
              <a:ext uri="{FF2B5EF4-FFF2-40B4-BE49-F238E27FC236}">
                <a16:creationId xmlns:a16="http://schemas.microsoft.com/office/drawing/2014/main" id="{EFB44989-6E9E-34B7-B73B-469BE80B504A}"/>
              </a:ext>
            </a:extLst>
          </p:cNvPr>
          <p:cNvSpPr>
            <a:spLocks noGrp="1"/>
          </p:cNvSpPr>
          <p:nvPr>
            <p:ph idx="1"/>
          </p:nvPr>
        </p:nvSpPr>
        <p:spPr/>
        <p:txBody>
          <a:bodyPr/>
          <a:lstStyle/>
          <a:p>
            <a:r>
              <a:rPr lang="en-US" dirty="0"/>
              <a:t>Assistants Summarize, Respond, or Recommend</a:t>
            </a:r>
          </a:p>
          <a:p>
            <a:endParaRPr lang="en-US" dirty="0"/>
          </a:p>
          <a:p>
            <a:r>
              <a:rPr lang="en-US" dirty="0"/>
              <a:t>ChatGPT</a:t>
            </a:r>
          </a:p>
          <a:p>
            <a:r>
              <a:rPr lang="en-US" dirty="0"/>
              <a:t>Claude</a:t>
            </a:r>
          </a:p>
          <a:p>
            <a:r>
              <a:rPr lang="en-US" dirty="0"/>
              <a:t>Custom Chatbots</a:t>
            </a:r>
          </a:p>
          <a:p>
            <a:r>
              <a:rPr lang="en-US" dirty="0"/>
              <a:t>CoPilot</a:t>
            </a:r>
          </a:p>
          <a:p>
            <a:r>
              <a:rPr lang="en-US" dirty="0"/>
              <a:t>Customer Service Chatbots</a:t>
            </a:r>
          </a:p>
          <a:p>
            <a:endParaRPr lang="en-US" dirty="0"/>
          </a:p>
        </p:txBody>
      </p:sp>
      <p:sp>
        <p:nvSpPr>
          <p:cNvPr id="4" name="Date Placeholder 3">
            <a:extLst>
              <a:ext uri="{FF2B5EF4-FFF2-40B4-BE49-F238E27FC236}">
                <a16:creationId xmlns:a16="http://schemas.microsoft.com/office/drawing/2014/main" id="{F095B8A1-92B5-D654-4532-8362B8BD85CF}"/>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CC42C21D-62DD-5D26-1655-88ACCA54DC33}"/>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F1090A81-8A37-D218-2859-459B34F27CAA}"/>
              </a:ext>
            </a:extLst>
          </p:cNvPr>
          <p:cNvSpPr>
            <a:spLocks noGrp="1"/>
          </p:cNvSpPr>
          <p:nvPr>
            <p:ph type="sldNum" sz="quarter" idx="12"/>
          </p:nvPr>
        </p:nvSpPr>
        <p:spPr/>
        <p:txBody>
          <a:bodyPr/>
          <a:lstStyle/>
          <a:p>
            <a:fld id="{6D5B234C-F1E4-AE48-A29C-AA83DF36EEB3}" type="slidenum">
              <a:rPr lang="en-US" smtClean="0"/>
              <a:t>7</a:t>
            </a:fld>
            <a:endParaRPr lang="en-US"/>
          </a:p>
        </p:txBody>
      </p:sp>
      <p:sp>
        <p:nvSpPr>
          <p:cNvPr id="7" name="Text Placeholder 6">
            <a:extLst>
              <a:ext uri="{FF2B5EF4-FFF2-40B4-BE49-F238E27FC236}">
                <a16:creationId xmlns:a16="http://schemas.microsoft.com/office/drawing/2014/main" id="{E0923F3D-FB11-38E0-8746-FF9F6C3533F4}"/>
              </a:ext>
            </a:extLst>
          </p:cNvPr>
          <p:cNvSpPr>
            <a:spLocks noGrp="1"/>
          </p:cNvSpPr>
          <p:nvPr>
            <p:ph type="body" sz="quarter" idx="14"/>
          </p:nvPr>
        </p:nvSpPr>
        <p:spPr/>
        <p:txBody>
          <a:bodyPr/>
          <a:lstStyle/>
          <a:p>
            <a:r>
              <a:rPr lang="en-US" dirty="0"/>
              <a:t>Governing AI Ethically and Profitably</a:t>
            </a:r>
          </a:p>
        </p:txBody>
      </p:sp>
    </p:spTree>
    <p:extLst>
      <p:ext uri="{BB962C8B-B14F-4D97-AF65-F5344CB8AC3E}">
        <p14:creationId xmlns:p14="http://schemas.microsoft.com/office/powerpoint/2010/main" val="2931407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6D33A-83FE-C1B6-6692-1EEFD81A7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2D119-59A6-E322-69C6-F1CD400A3DA8}"/>
              </a:ext>
            </a:extLst>
          </p:cNvPr>
          <p:cNvSpPr>
            <a:spLocks noGrp="1"/>
          </p:cNvSpPr>
          <p:nvPr>
            <p:ph type="title"/>
          </p:nvPr>
        </p:nvSpPr>
        <p:spPr/>
        <p:txBody>
          <a:bodyPr/>
          <a:lstStyle/>
          <a:p>
            <a:r>
              <a:rPr lang="en-US" dirty="0"/>
              <a:t>AI Agents – Where We Are Now</a:t>
            </a:r>
          </a:p>
        </p:txBody>
      </p:sp>
      <p:sp>
        <p:nvSpPr>
          <p:cNvPr id="3" name="Content Placeholder 2">
            <a:extLst>
              <a:ext uri="{FF2B5EF4-FFF2-40B4-BE49-F238E27FC236}">
                <a16:creationId xmlns:a16="http://schemas.microsoft.com/office/drawing/2014/main" id="{FB3EC102-BB05-CA80-DE52-DEF55E20CD0D}"/>
              </a:ext>
            </a:extLst>
          </p:cNvPr>
          <p:cNvSpPr>
            <a:spLocks noGrp="1"/>
          </p:cNvSpPr>
          <p:nvPr>
            <p:ph idx="1"/>
          </p:nvPr>
        </p:nvSpPr>
        <p:spPr/>
        <p:txBody>
          <a:bodyPr/>
          <a:lstStyle/>
          <a:p>
            <a:r>
              <a:rPr lang="en-US" dirty="0"/>
              <a:t>Things that initiate action, orchestrate workflows, execute transactions </a:t>
            </a:r>
          </a:p>
          <a:p>
            <a:pPr marL="0" indent="0">
              <a:buNone/>
            </a:pPr>
            <a:br>
              <a:rPr lang="en-US" dirty="0"/>
            </a:br>
            <a:endParaRPr lang="en-US" dirty="0"/>
          </a:p>
          <a:p>
            <a:r>
              <a:rPr lang="en-US" dirty="0"/>
              <a:t>Business Process Automation (BPA)</a:t>
            </a:r>
          </a:p>
          <a:p>
            <a:r>
              <a:rPr lang="en-US" dirty="0"/>
              <a:t>Inventory Monitoring and Adjustment</a:t>
            </a:r>
          </a:p>
          <a:p>
            <a:r>
              <a:rPr lang="en-US" dirty="0"/>
              <a:t>Predictive Consumption</a:t>
            </a:r>
          </a:p>
          <a:p>
            <a:r>
              <a:rPr lang="en-US" dirty="0"/>
              <a:t>Autonomous Acquisition</a:t>
            </a:r>
          </a:p>
          <a:p>
            <a:endParaRPr lang="en-US" dirty="0"/>
          </a:p>
        </p:txBody>
      </p:sp>
      <p:sp>
        <p:nvSpPr>
          <p:cNvPr id="4" name="Date Placeholder 3">
            <a:extLst>
              <a:ext uri="{FF2B5EF4-FFF2-40B4-BE49-F238E27FC236}">
                <a16:creationId xmlns:a16="http://schemas.microsoft.com/office/drawing/2014/main" id="{23DA80B0-A4E9-9ADC-EA2D-618F0DAE6DAE}"/>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E75273B1-E626-AE57-5308-0E90CBC8EAB5}"/>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0A6A90C7-C0C9-AFE8-C4D6-1832D92B7C64}"/>
              </a:ext>
            </a:extLst>
          </p:cNvPr>
          <p:cNvSpPr>
            <a:spLocks noGrp="1"/>
          </p:cNvSpPr>
          <p:nvPr>
            <p:ph type="sldNum" sz="quarter" idx="12"/>
          </p:nvPr>
        </p:nvSpPr>
        <p:spPr/>
        <p:txBody>
          <a:bodyPr/>
          <a:lstStyle/>
          <a:p>
            <a:fld id="{6D5B234C-F1E4-AE48-A29C-AA83DF36EEB3}" type="slidenum">
              <a:rPr lang="en-US" smtClean="0"/>
              <a:t>8</a:t>
            </a:fld>
            <a:endParaRPr lang="en-US"/>
          </a:p>
        </p:txBody>
      </p:sp>
      <p:sp>
        <p:nvSpPr>
          <p:cNvPr id="7" name="Text Placeholder 6">
            <a:extLst>
              <a:ext uri="{FF2B5EF4-FFF2-40B4-BE49-F238E27FC236}">
                <a16:creationId xmlns:a16="http://schemas.microsoft.com/office/drawing/2014/main" id="{0E76D259-7D2E-EA9E-B49F-B68AB55D82F9}"/>
              </a:ext>
            </a:extLst>
          </p:cNvPr>
          <p:cNvSpPr>
            <a:spLocks noGrp="1"/>
          </p:cNvSpPr>
          <p:nvPr>
            <p:ph type="body" sz="quarter" idx="14"/>
          </p:nvPr>
        </p:nvSpPr>
        <p:spPr/>
        <p:txBody>
          <a:bodyPr/>
          <a:lstStyle/>
          <a:p>
            <a:r>
              <a:rPr lang="en-US" dirty="0"/>
              <a:t>Governing AI Ethically and Profitably</a:t>
            </a:r>
          </a:p>
        </p:txBody>
      </p:sp>
    </p:spTree>
    <p:extLst>
      <p:ext uri="{BB962C8B-B14F-4D97-AF65-F5344CB8AC3E}">
        <p14:creationId xmlns:p14="http://schemas.microsoft.com/office/powerpoint/2010/main" val="1246205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0C19E-18AE-2F53-688A-228D87DDF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2C7F0-C703-DB52-FC72-E9C376E6C113}"/>
              </a:ext>
            </a:extLst>
          </p:cNvPr>
          <p:cNvSpPr>
            <a:spLocks noGrp="1"/>
          </p:cNvSpPr>
          <p:nvPr>
            <p:ph type="title"/>
          </p:nvPr>
        </p:nvSpPr>
        <p:spPr/>
        <p:txBody>
          <a:bodyPr/>
          <a:lstStyle/>
          <a:p>
            <a:r>
              <a:rPr lang="en-US" dirty="0"/>
              <a:t>Agentic AI Use Cases</a:t>
            </a:r>
          </a:p>
        </p:txBody>
      </p:sp>
      <p:sp>
        <p:nvSpPr>
          <p:cNvPr id="4" name="Date Placeholder 3">
            <a:extLst>
              <a:ext uri="{FF2B5EF4-FFF2-40B4-BE49-F238E27FC236}">
                <a16:creationId xmlns:a16="http://schemas.microsoft.com/office/drawing/2014/main" id="{2B02EA7C-BEA5-C326-FC52-EB60AF433DE7}"/>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82644049-426C-AA64-4BCB-58DBC5C8E911}"/>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FDF5D700-2513-0D32-F03F-65919757E2F9}"/>
              </a:ext>
            </a:extLst>
          </p:cNvPr>
          <p:cNvSpPr>
            <a:spLocks noGrp="1"/>
          </p:cNvSpPr>
          <p:nvPr>
            <p:ph type="sldNum" sz="quarter" idx="12"/>
          </p:nvPr>
        </p:nvSpPr>
        <p:spPr/>
        <p:txBody>
          <a:bodyPr/>
          <a:lstStyle/>
          <a:p>
            <a:fld id="{6D5B234C-F1E4-AE48-A29C-AA83DF36EEB3}" type="slidenum">
              <a:rPr lang="en-US" smtClean="0"/>
              <a:t>9</a:t>
            </a:fld>
            <a:endParaRPr lang="en-US"/>
          </a:p>
        </p:txBody>
      </p:sp>
      <p:sp>
        <p:nvSpPr>
          <p:cNvPr id="12" name="TextBox 11">
            <a:extLst>
              <a:ext uri="{FF2B5EF4-FFF2-40B4-BE49-F238E27FC236}">
                <a16:creationId xmlns:a16="http://schemas.microsoft.com/office/drawing/2014/main" id="{0C803D90-B1A8-F0DE-3E31-4303004B9020}"/>
              </a:ext>
            </a:extLst>
          </p:cNvPr>
          <p:cNvSpPr txBox="1"/>
          <p:nvPr/>
        </p:nvSpPr>
        <p:spPr>
          <a:xfrm>
            <a:off x="1529658" y="6864092"/>
            <a:ext cx="11571084" cy="1200329"/>
          </a:xfrm>
          <a:prstGeom prst="rect">
            <a:avLst/>
          </a:prstGeom>
          <a:noFill/>
        </p:spPr>
        <p:txBody>
          <a:bodyPr wrap="square" rtlCol="0">
            <a:spAutoFit/>
          </a:bodyPr>
          <a:lstStyle/>
          <a:p>
            <a:pPr algn="ctr"/>
            <a:r>
              <a:rPr lang="en-US" sz="3200" b="1" i="1" dirty="0">
                <a:solidFill>
                  <a:schemeClr val="bg2"/>
                </a:solidFill>
              </a:rPr>
              <a:t>“If your AI can place a purchase order… who approved it?”</a:t>
            </a:r>
          </a:p>
          <a:p>
            <a:pPr algn="ctr"/>
            <a:endParaRPr lang="en-US" sz="4000" b="1" i="1" dirty="0">
              <a:solidFill>
                <a:schemeClr val="bg1"/>
              </a:solidFill>
            </a:endParaRPr>
          </a:p>
        </p:txBody>
      </p:sp>
      <p:sp>
        <p:nvSpPr>
          <p:cNvPr id="10" name="Content Placeholder 7">
            <a:extLst>
              <a:ext uri="{FF2B5EF4-FFF2-40B4-BE49-F238E27FC236}">
                <a16:creationId xmlns:a16="http://schemas.microsoft.com/office/drawing/2014/main" id="{DB43299B-4CC6-2D5B-29EC-523563787D50}"/>
              </a:ext>
            </a:extLst>
          </p:cNvPr>
          <p:cNvSpPr txBox="1">
            <a:spLocks/>
          </p:cNvSpPr>
          <p:nvPr/>
        </p:nvSpPr>
        <p:spPr>
          <a:xfrm>
            <a:off x="1944038" y="2415207"/>
            <a:ext cx="3700473" cy="3399186"/>
          </a:xfrm>
          <a:prstGeom prst="rect">
            <a:avLst/>
          </a:prstGeom>
        </p:spPr>
        <p:txBody>
          <a:bodyPr vert="horz" lIns="0" tIns="0" rIns="0" bIns="0" rtlCol="0">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en-US" dirty="0">
                <a:solidFill>
                  <a:schemeClr val="tx2"/>
                </a:solidFill>
              </a:rPr>
              <a:t>Supply Chain</a:t>
            </a:r>
          </a:p>
          <a:p>
            <a:pPr marL="342900" indent="-342900">
              <a:buFont typeface="Arial" panose="020B0604020202020204" pitchFamily="34" charset="0"/>
              <a:buChar char="•"/>
            </a:pPr>
            <a:r>
              <a:rPr lang="en-US" dirty="0"/>
              <a:t>Auto reordering inventory</a:t>
            </a:r>
          </a:p>
          <a:p>
            <a:pPr marL="342900" indent="-342900">
              <a:buFont typeface="Arial" panose="020B0604020202020204" pitchFamily="34" charset="0"/>
              <a:buChar char="•"/>
            </a:pPr>
            <a:r>
              <a:rPr lang="en-US" dirty="0"/>
              <a:t>Autonomous Communications to vendors and customers</a:t>
            </a:r>
          </a:p>
          <a:p>
            <a:pPr marL="342900" indent="-342900">
              <a:buFont typeface="Arial" panose="020B0604020202020204" pitchFamily="34" charset="0"/>
              <a:buChar char="•"/>
            </a:pPr>
            <a:r>
              <a:rPr lang="en-US" dirty="0"/>
              <a:t>Real-time rerouting of logistics</a:t>
            </a:r>
          </a:p>
          <a:p>
            <a:pPr marL="0" indent="0">
              <a:buFont typeface="Wingdings" pitchFamily="2" charset="2"/>
              <a:buNone/>
            </a:pPr>
            <a:endParaRPr lang="en-US" dirty="0"/>
          </a:p>
          <a:p>
            <a:endParaRPr lang="en-US" dirty="0"/>
          </a:p>
        </p:txBody>
      </p:sp>
      <p:sp>
        <p:nvSpPr>
          <p:cNvPr id="13" name="Text Placeholder 5">
            <a:extLst>
              <a:ext uri="{FF2B5EF4-FFF2-40B4-BE49-F238E27FC236}">
                <a16:creationId xmlns:a16="http://schemas.microsoft.com/office/drawing/2014/main" id="{394BDC06-20FD-A00E-D3E0-4C55F8FC7EE5}"/>
              </a:ext>
            </a:extLst>
          </p:cNvPr>
          <p:cNvSpPr>
            <a:spLocks noGrp="1"/>
          </p:cNvSpPr>
          <p:nvPr>
            <p:ph type="body" sz="quarter" idx="14"/>
          </p:nvPr>
        </p:nvSpPr>
        <p:spPr>
          <a:xfrm>
            <a:off x="1142999" y="571499"/>
            <a:ext cx="7010401" cy="252413"/>
          </a:xfrm>
        </p:spPr>
        <p:txBody>
          <a:bodyPr/>
          <a:lstStyle/>
          <a:p>
            <a:r>
              <a:rPr lang="en-US">
                <a:solidFill>
                  <a:schemeClr val="tx2"/>
                </a:solidFill>
              </a:rPr>
              <a:t>GOVERNING AGENCY</a:t>
            </a:r>
          </a:p>
        </p:txBody>
      </p:sp>
      <p:sp>
        <p:nvSpPr>
          <p:cNvPr id="3" name="Content Placeholder 7">
            <a:extLst>
              <a:ext uri="{FF2B5EF4-FFF2-40B4-BE49-F238E27FC236}">
                <a16:creationId xmlns:a16="http://schemas.microsoft.com/office/drawing/2014/main" id="{A0A5D898-0383-BDE5-32D2-F3B473F08221}"/>
              </a:ext>
            </a:extLst>
          </p:cNvPr>
          <p:cNvSpPr txBox="1">
            <a:spLocks/>
          </p:cNvSpPr>
          <p:nvPr/>
        </p:nvSpPr>
        <p:spPr>
          <a:xfrm>
            <a:off x="6017274" y="2415207"/>
            <a:ext cx="3700473" cy="3399186"/>
          </a:xfrm>
          <a:prstGeom prst="rect">
            <a:avLst/>
          </a:prstGeom>
        </p:spPr>
        <p:txBody>
          <a:bodyPr vert="horz" lIns="0" tIns="0" rIns="0" bIns="0" rtlCol="0">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en-US" dirty="0">
                <a:solidFill>
                  <a:schemeClr val="tx2"/>
                </a:solidFill>
              </a:rPr>
              <a:t>Healthcare</a:t>
            </a:r>
          </a:p>
          <a:p>
            <a:pPr marL="342900" indent="-342900">
              <a:buFont typeface="Arial" panose="020B0604020202020204" pitchFamily="34" charset="0"/>
              <a:buChar char="•"/>
            </a:pPr>
            <a:r>
              <a:rPr lang="en-US" dirty="0"/>
              <a:t>Autonomous Care Coordination</a:t>
            </a:r>
          </a:p>
          <a:p>
            <a:pPr marL="342900" indent="-342900">
              <a:buFont typeface="Arial" panose="020B0604020202020204" pitchFamily="34" charset="0"/>
              <a:buChar char="•"/>
            </a:pPr>
            <a:r>
              <a:rPr lang="en-US" dirty="0"/>
              <a:t>Clinical Decision Orchestration</a:t>
            </a:r>
          </a:p>
          <a:p>
            <a:pPr marL="342900" indent="-342900">
              <a:buFont typeface="Arial" panose="020B0604020202020204" pitchFamily="34" charset="0"/>
              <a:buChar char="•"/>
            </a:pPr>
            <a:r>
              <a:rPr lang="en-US" dirty="0"/>
              <a:t>Revenue Cycle Automation</a:t>
            </a:r>
          </a:p>
          <a:p>
            <a:pPr marL="342900" indent="-342900">
              <a:buFont typeface="Arial" panose="020B0604020202020204" pitchFamily="34" charset="0"/>
              <a:buChar char="•"/>
            </a:pPr>
            <a:r>
              <a:rPr lang="en-US" dirty="0"/>
              <a:t>Medication and Treatment Management</a:t>
            </a:r>
          </a:p>
          <a:p>
            <a:pPr marL="0" indent="0">
              <a:buFont typeface="Wingdings" pitchFamily="2" charset="2"/>
              <a:buNone/>
            </a:pPr>
            <a:endParaRPr lang="en-US" dirty="0"/>
          </a:p>
          <a:p>
            <a:endParaRPr lang="en-US" dirty="0"/>
          </a:p>
        </p:txBody>
      </p:sp>
      <p:sp>
        <p:nvSpPr>
          <p:cNvPr id="7" name="Content Placeholder 7">
            <a:extLst>
              <a:ext uri="{FF2B5EF4-FFF2-40B4-BE49-F238E27FC236}">
                <a16:creationId xmlns:a16="http://schemas.microsoft.com/office/drawing/2014/main" id="{DE10840F-5EF3-1BEE-5490-B8DE426FCBB1}"/>
              </a:ext>
            </a:extLst>
          </p:cNvPr>
          <p:cNvSpPr txBox="1">
            <a:spLocks/>
          </p:cNvSpPr>
          <p:nvPr/>
        </p:nvSpPr>
        <p:spPr>
          <a:xfrm>
            <a:off x="9522474" y="2415207"/>
            <a:ext cx="3700473" cy="3399186"/>
          </a:xfrm>
          <a:prstGeom prst="rect">
            <a:avLst/>
          </a:prstGeom>
        </p:spPr>
        <p:txBody>
          <a:bodyPr vert="horz" lIns="0" tIns="0" rIns="0" bIns="0" rtlCol="0">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en-US" dirty="0">
                <a:solidFill>
                  <a:schemeClr val="tx2"/>
                </a:solidFill>
              </a:rPr>
              <a:t>Manufacturing</a:t>
            </a:r>
          </a:p>
          <a:p>
            <a:pPr marL="342900" indent="-342900">
              <a:buFont typeface="Arial" panose="020B0604020202020204" pitchFamily="34" charset="0"/>
              <a:buChar char="•"/>
            </a:pPr>
            <a:r>
              <a:rPr lang="en-US" dirty="0"/>
              <a:t>Autonomous Production Optimization (Smart Factory Control)</a:t>
            </a:r>
          </a:p>
          <a:p>
            <a:pPr marL="342900" indent="-342900">
              <a:buFont typeface="Arial" panose="020B0604020202020204" pitchFamily="34" charset="0"/>
              <a:buChar char="•"/>
            </a:pPr>
            <a:r>
              <a:rPr lang="en-US" dirty="0"/>
              <a:t>Predictive Maintenance and Execution</a:t>
            </a:r>
          </a:p>
          <a:p>
            <a:pPr marL="342900" indent="-342900">
              <a:buFont typeface="Arial" panose="020B0604020202020204" pitchFamily="34" charset="0"/>
              <a:buChar char="•"/>
            </a:pPr>
            <a:r>
              <a:rPr lang="en-US" dirty="0"/>
              <a:t>Supply Chain Orchestration</a:t>
            </a:r>
          </a:p>
          <a:p>
            <a:pPr marL="0" indent="0">
              <a:buFont typeface="Wingdings" pitchFamily="2" charset="2"/>
              <a:buNone/>
            </a:pPr>
            <a:endParaRPr lang="en-US" dirty="0"/>
          </a:p>
          <a:p>
            <a:endParaRPr lang="en-US" dirty="0"/>
          </a:p>
        </p:txBody>
      </p:sp>
    </p:spTree>
    <p:extLst>
      <p:ext uri="{BB962C8B-B14F-4D97-AF65-F5344CB8AC3E}">
        <p14:creationId xmlns:p14="http://schemas.microsoft.com/office/powerpoint/2010/main" val="2677715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5D1A4-118D-38B8-B158-7EF0DA678DC4}"/>
              </a:ext>
            </a:extLst>
          </p:cNvPr>
          <p:cNvSpPr>
            <a:spLocks noGrp="1"/>
          </p:cNvSpPr>
          <p:nvPr>
            <p:ph type="title"/>
          </p:nvPr>
        </p:nvSpPr>
        <p:spPr/>
        <p:txBody>
          <a:bodyPr/>
          <a:lstStyle/>
          <a:p>
            <a:r>
              <a:rPr lang="en-US"/>
              <a:t>Why does this matter now?</a:t>
            </a:r>
          </a:p>
        </p:txBody>
      </p:sp>
      <p:sp>
        <p:nvSpPr>
          <p:cNvPr id="5" name="Date Placeholder 4">
            <a:extLst>
              <a:ext uri="{FF2B5EF4-FFF2-40B4-BE49-F238E27FC236}">
                <a16:creationId xmlns:a16="http://schemas.microsoft.com/office/drawing/2014/main" id="{C1AFC1C7-17CD-7E83-45A9-D190176B8569}"/>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7CC31194-AEC8-B711-B6AD-7E770B7B66BA}"/>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1C2CB1B2-F08F-DF99-CA2C-229CD7B91B4B}"/>
              </a:ext>
            </a:extLst>
          </p:cNvPr>
          <p:cNvSpPr>
            <a:spLocks noGrp="1"/>
          </p:cNvSpPr>
          <p:nvPr>
            <p:ph type="sldNum" sz="quarter" idx="12"/>
          </p:nvPr>
        </p:nvSpPr>
        <p:spPr/>
        <p:txBody>
          <a:bodyPr/>
          <a:lstStyle/>
          <a:p>
            <a:fld id="{6D5B234C-F1E4-AE48-A29C-AA83DF36EEB3}" type="slidenum">
              <a:rPr lang="en-US" smtClean="0"/>
              <a:t>10</a:t>
            </a:fld>
            <a:endParaRPr lang="en-US"/>
          </a:p>
        </p:txBody>
      </p:sp>
      <p:sp>
        <p:nvSpPr>
          <p:cNvPr id="9" name="Text Placeholder 5">
            <a:extLst>
              <a:ext uri="{FF2B5EF4-FFF2-40B4-BE49-F238E27FC236}">
                <a16:creationId xmlns:a16="http://schemas.microsoft.com/office/drawing/2014/main" id="{B54DAD88-B1CD-314B-60E6-5B56971A92E9}"/>
              </a:ext>
            </a:extLst>
          </p:cNvPr>
          <p:cNvSpPr>
            <a:spLocks noGrp="1"/>
          </p:cNvSpPr>
          <p:nvPr>
            <p:ph type="body" sz="quarter" idx="14"/>
          </p:nvPr>
        </p:nvSpPr>
        <p:spPr>
          <a:xfrm>
            <a:off x="1142999" y="571499"/>
            <a:ext cx="7010401" cy="252413"/>
          </a:xfrm>
        </p:spPr>
        <p:txBody>
          <a:bodyPr/>
          <a:lstStyle/>
          <a:p>
            <a:r>
              <a:rPr lang="en-US">
                <a:solidFill>
                  <a:schemeClr val="tx2"/>
                </a:solidFill>
              </a:rPr>
              <a:t>GOVERNING AGENCY</a:t>
            </a:r>
          </a:p>
        </p:txBody>
      </p:sp>
      <p:sp>
        <p:nvSpPr>
          <p:cNvPr id="10" name="Content Placeholder 15">
            <a:extLst>
              <a:ext uri="{FF2B5EF4-FFF2-40B4-BE49-F238E27FC236}">
                <a16:creationId xmlns:a16="http://schemas.microsoft.com/office/drawing/2014/main" id="{A2A994FA-2166-6F3B-7FD0-12983C185821}"/>
              </a:ext>
            </a:extLst>
          </p:cNvPr>
          <p:cNvSpPr txBox="1">
            <a:spLocks/>
          </p:cNvSpPr>
          <p:nvPr/>
        </p:nvSpPr>
        <p:spPr>
          <a:xfrm>
            <a:off x="1406348" y="1813742"/>
            <a:ext cx="5268556" cy="5844358"/>
          </a:xfrm>
          <a:prstGeom prst="roundRect">
            <a:avLst>
              <a:gd name="adj" fmla="val 6525"/>
            </a:avLst>
          </a:prstGeom>
          <a:ln w="19050">
            <a:solidFill>
              <a:schemeClr val="accent3">
                <a:lumMod val="60000"/>
                <a:lumOff val="40000"/>
              </a:schemeClr>
            </a:solidFill>
          </a:ln>
        </p:spPr>
        <p:txBody>
          <a:bodyPr vert="horz" lIns="182880" tIns="0" rIns="685800" bIns="182880" rtlCol="0" anchor="b">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tx2"/>
                </a:solidFill>
              </a:rPr>
              <a:t>Agent Drivers</a:t>
            </a:r>
          </a:p>
          <a:p>
            <a:r>
              <a:rPr lang="en-US" dirty="0"/>
              <a:t>Labor shortages</a:t>
            </a:r>
          </a:p>
          <a:p>
            <a:r>
              <a:rPr lang="en-US" dirty="0"/>
              <a:t>Real-time volatility (geopolitics, weather, demand spikes)</a:t>
            </a:r>
          </a:p>
          <a:p>
            <a:r>
              <a:rPr lang="en-US" dirty="0"/>
              <a:t>Explosion of SaaS and APIs enabling automation</a:t>
            </a:r>
            <a:br>
              <a:rPr lang="en-US" dirty="0"/>
            </a:br>
            <a:endParaRPr lang="en-US" dirty="0"/>
          </a:p>
        </p:txBody>
      </p:sp>
      <p:sp>
        <p:nvSpPr>
          <p:cNvPr id="11" name="Content Placeholder 15">
            <a:extLst>
              <a:ext uri="{FF2B5EF4-FFF2-40B4-BE49-F238E27FC236}">
                <a16:creationId xmlns:a16="http://schemas.microsoft.com/office/drawing/2014/main" id="{F65CCC7B-89EF-C40F-7D5B-89E589FB7A76}"/>
              </a:ext>
            </a:extLst>
          </p:cNvPr>
          <p:cNvSpPr txBox="1">
            <a:spLocks/>
          </p:cNvSpPr>
          <p:nvPr/>
        </p:nvSpPr>
        <p:spPr>
          <a:xfrm>
            <a:off x="7955498" y="2045277"/>
            <a:ext cx="5268556" cy="5905500"/>
          </a:xfrm>
          <a:prstGeom prst="roundRect">
            <a:avLst>
              <a:gd name="adj" fmla="val 6525"/>
            </a:avLst>
          </a:prstGeom>
          <a:ln w="19050">
            <a:solidFill>
              <a:schemeClr val="accent3">
                <a:lumMod val="60000"/>
                <a:lumOff val="40000"/>
              </a:schemeClr>
            </a:solidFill>
          </a:ln>
        </p:spPr>
        <p:txBody>
          <a:bodyPr vert="horz" lIns="182880" tIns="0" rIns="685800" bIns="182880" rtlCol="0" anchor="t">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solidFill>
                <a:schemeClr val="tx2"/>
              </a:solidFill>
            </a:endParaRPr>
          </a:p>
          <a:p>
            <a:pPr marL="0" indent="0">
              <a:buNone/>
            </a:pPr>
            <a:endParaRPr lang="en-US" dirty="0">
              <a:solidFill>
                <a:schemeClr val="tx2"/>
              </a:solidFill>
            </a:endParaRPr>
          </a:p>
          <a:p>
            <a:pPr marL="0" indent="0">
              <a:buNone/>
            </a:pPr>
            <a:endParaRPr lang="en-US" dirty="0">
              <a:solidFill>
                <a:schemeClr val="tx2"/>
              </a:solidFill>
            </a:endParaRPr>
          </a:p>
          <a:p>
            <a:pPr marL="0" indent="0">
              <a:buNone/>
            </a:pPr>
            <a:r>
              <a:rPr lang="en-US" dirty="0">
                <a:solidFill>
                  <a:schemeClr val="tx2"/>
                </a:solidFill>
              </a:rPr>
              <a:t>Ethical Considerations</a:t>
            </a:r>
          </a:p>
          <a:p>
            <a:endParaRPr lang="en-US" dirty="0"/>
          </a:p>
          <a:p>
            <a:r>
              <a:rPr lang="en-US" dirty="0"/>
              <a:t>Identity is no longer human</a:t>
            </a:r>
          </a:p>
          <a:p>
            <a:r>
              <a:rPr lang="en-US" dirty="0"/>
              <a:t>Unintended consequences are expedited and exacerbated</a:t>
            </a:r>
          </a:p>
          <a:p>
            <a:r>
              <a:rPr lang="en-US" dirty="0"/>
              <a:t>Ethically poor automation can happen just as fast as positive automations</a:t>
            </a:r>
          </a:p>
          <a:p>
            <a:endParaRPr lang="en-US" dirty="0"/>
          </a:p>
          <a:p>
            <a:pPr marL="0" indent="0">
              <a:buNone/>
            </a:pPr>
            <a:endParaRPr lang="en-US" dirty="0"/>
          </a:p>
          <a:p>
            <a:pPr marL="0" indent="0">
              <a:buNone/>
            </a:pPr>
            <a:br>
              <a:rPr lang="en-US" dirty="0"/>
            </a:br>
            <a:endParaRPr lang="en-US" dirty="0"/>
          </a:p>
        </p:txBody>
      </p:sp>
      <p:pic>
        <p:nvPicPr>
          <p:cNvPr id="16" name="Graphic 15">
            <a:extLst>
              <a:ext uri="{FF2B5EF4-FFF2-40B4-BE49-F238E27FC236}">
                <a16:creationId xmlns:a16="http://schemas.microsoft.com/office/drawing/2014/main" id="{3BF0445E-5949-6018-2691-E709A88590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30725" y="1985343"/>
            <a:ext cx="1292160" cy="1292160"/>
          </a:xfrm>
          <a:prstGeom prst="rect">
            <a:avLst/>
          </a:prstGeom>
        </p:spPr>
      </p:pic>
      <p:pic>
        <p:nvPicPr>
          <p:cNvPr id="17" name="Graphic 16">
            <a:extLst>
              <a:ext uri="{FF2B5EF4-FFF2-40B4-BE49-F238E27FC236}">
                <a16:creationId xmlns:a16="http://schemas.microsoft.com/office/drawing/2014/main" id="{4DA0FCA3-A9E9-E629-674C-CC9E57A913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88312" y="1966407"/>
            <a:ext cx="1440305" cy="1440305"/>
          </a:xfrm>
          <a:prstGeom prst="rect">
            <a:avLst/>
          </a:prstGeom>
        </p:spPr>
      </p:pic>
    </p:spTree>
    <p:extLst>
      <p:ext uri="{BB962C8B-B14F-4D97-AF65-F5344CB8AC3E}">
        <p14:creationId xmlns:p14="http://schemas.microsoft.com/office/powerpoint/2010/main" val="576750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84CDE-7DC6-D032-A6A1-72E8F8D91745}"/>
              </a:ext>
            </a:extLst>
          </p:cNvPr>
          <p:cNvSpPr>
            <a:spLocks noGrp="1"/>
          </p:cNvSpPr>
          <p:nvPr>
            <p:ph type="title"/>
          </p:nvPr>
        </p:nvSpPr>
        <p:spPr/>
        <p:txBody>
          <a:bodyPr/>
          <a:lstStyle/>
          <a:p>
            <a:r>
              <a:rPr lang="en-US"/>
              <a:t>The New Risk Surface</a:t>
            </a:r>
          </a:p>
        </p:txBody>
      </p:sp>
      <p:sp>
        <p:nvSpPr>
          <p:cNvPr id="3" name="Content Placeholder 2">
            <a:extLst>
              <a:ext uri="{FF2B5EF4-FFF2-40B4-BE49-F238E27FC236}">
                <a16:creationId xmlns:a16="http://schemas.microsoft.com/office/drawing/2014/main" id="{742AEB5C-CCA4-EA92-34BD-BF23EB687E22}"/>
              </a:ext>
            </a:extLst>
          </p:cNvPr>
          <p:cNvSpPr>
            <a:spLocks noGrp="1"/>
          </p:cNvSpPr>
          <p:nvPr>
            <p:ph sz="half" idx="1"/>
          </p:nvPr>
        </p:nvSpPr>
        <p:spPr>
          <a:xfrm>
            <a:off x="1087936" y="1869899"/>
            <a:ext cx="4358708" cy="473250"/>
          </a:xfrm>
        </p:spPr>
        <p:txBody>
          <a:bodyPr/>
          <a:lstStyle/>
          <a:p>
            <a:pPr marL="0" indent="0">
              <a:buNone/>
            </a:pPr>
            <a:r>
              <a:rPr lang="en-US">
                <a:solidFill>
                  <a:schemeClr val="bg2"/>
                </a:solidFill>
              </a:rPr>
              <a:t>Risks Introduced By Agents</a:t>
            </a:r>
          </a:p>
        </p:txBody>
      </p:sp>
      <p:sp>
        <p:nvSpPr>
          <p:cNvPr id="4" name="Content Placeholder 3">
            <a:extLst>
              <a:ext uri="{FF2B5EF4-FFF2-40B4-BE49-F238E27FC236}">
                <a16:creationId xmlns:a16="http://schemas.microsoft.com/office/drawing/2014/main" id="{C67941AA-0B0D-DFD1-595A-1A889E007BF4}"/>
              </a:ext>
            </a:extLst>
          </p:cNvPr>
          <p:cNvSpPr>
            <a:spLocks noGrp="1"/>
          </p:cNvSpPr>
          <p:nvPr>
            <p:ph sz="half" idx="2"/>
          </p:nvPr>
        </p:nvSpPr>
        <p:spPr>
          <a:xfrm>
            <a:off x="13635226" y="-3561214"/>
            <a:ext cx="5910073" cy="5600701"/>
          </a:xfrm>
        </p:spPr>
        <p:txBody>
          <a:bodyPr/>
          <a:lstStyle/>
          <a:p>
            <a:pPr marL="0" indent="0">
              <a:buNone/>
            </a:pPr>
            <a:r>
              <a:rPr lang="en-US"/>
              <a:t>Supply Chain-Specific Risks</a:t>
            </a:r>
          </a:p>
          <a:p>
            <a:r>
              <a:rPr lang="en-US"/>
              <a:t>Fraudulent vendor changes</a:t>
            </a:r>
          </a:p>
          <a:p>
            <a:r>
              <a:rPr lang="en-US"/>
              <a:t>Inventory manipulation or forecasting errors</a:t>
            </a:r>
          </a:p>
          <a:p>
            <a:r>
              <a:rPr lang="en-US"/>
              <a:t>Contractual violations triggered automatically</a:t>
            </a:r>
          </a:p>
        </p:txBody>
      </p:sp>
      <p:sp>
        <p:nvSpPr>
          <p:cNvPr id="5" name="Date Placeholder 4">
            <a:extLst>
              <a:ext uri="{FF2B5EF4-FFF2-40B4-BE49-F238E27FC236}">
                <a16:creationId xmlns:a16="http://schemas.microsoft.com/office/drawing/2014/main" id="{45C72989-DE3D-4E23-792E-5FF5E3869448}"/>
              </a:ext>
            </a:extLst>
          </p:cNvPr>
          <p:cNvSpPr>
            <a:spLocks noGrp="1"/>
          </p:cNvSpPr>
          <p:nvPr>
            <p:ph type="dt" sz="half" idx="10"/>
          </p:nvPr>
        </p:nvSpPr>
        <p:spPr/>
        <p:txBody>
          <a:bodyPr/>
          <a:lstStyle/>
          <a:p>
            <a:r>
              <a:rPr lang="en-US"/>
              <a:t>2026</a:t>
            </a:r>
          </a:p>
        </p:txBody>
      </p:sp>
      <p:sp>
        <p:nvSpPr>
          <p:cNvPr id="6" name="Footer Placeholder 5">
            <a:extLst>
              <a:ext uri="{FF2B5EF4-FFF2-40B4-BE49-F238E27FC236}">
                <a16:creationId xmlns:a16="http://schemas.microsoft.com/office/drawing/2014/main" id="{4438F0D4-915F-C49E-A154-6B091748D42D}"/>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0B0167EF-5575-6029-F24C-088CFAEAB3CE}"/>
              </a:ext>
            </a:extLst>
          </p:cNvPr>
          <p:cNvSpPr>
            <a:spLocks noGrp="1"/>
          </p:cNvSpPr>
          <p:nvPr>
            <p:ph type="sldNum" sz="quarter" idx="12"/>
          </p:nvPr>
        </p:nvSpPr>
        <p:spPr/>
        <p:txBody>
          <a:bodyPr/>
          <a:lstStyle/>
          <a:p>
            <a:fld id="{6D5B234C-F1E4-AE48-A29C-AA83DF36EEB3}" type="slidenum">
              <a:rPr lang="en-US" smtClean="0"/>
              <a:t>11</a:t>
            </a:fld>
            <a:endParaRPr lang="en-US"/>
          </a:p>
        </p:txBody>
      </p:sp>
      <p:sp>
        <p:nvSpPr>
          <p:cNvPr id="9" name="Text Placeholder 5">
            <a:extLst>
              <a:ext uri="{FF2B5EF4-FFF2-40B4-BE49-F238E27FC236}">
                <a16:creationId xmlns:a16="http://schemas.microsoft.com/office/drawing/2014/main" id="{97B1710E-7845-0021-81F3-63E2FDF34E48}"/>
              </a:ext>
            </a:extLst>
          </p:cNvPr>
          <p:cNvSpPr>
            <a:spLocks noGrp="1"/>
          </p:cNvSpPr>
          <p:nvPr>
            <p:ph type="body" sz="quarter" idx="14"/>
          </p:nvPr>
        </p:nvSpPr>
        <p:spPr>
          <a:xfrm>
            <a:off x="1142999" y="571499"/>
            <a:ext cx="7010401" cy="252413"/>
          </a:xfrm>
        </p:spPr>
        <p:txBody>
          <a:bodyPr/>
          <a:lstStyle/>
          <a:p>
            <a:r>
              <a:rPr lang="en-US">
                <a:solidFill>
                  <a:schemeClr val="tx2"/>
                </a:solidFill>
              </a:rPr>
              <a:t>GOVERNING AGENCY</a:t>
            </a:r>
          </a:p>
        </p:txBody>
      </p:sp>
      <p:sp>
        <p:nvSpPr>
          <p:cNvPr id="10" name="Content Placeholder 2">
            <a:extLst>
              <a:ext uri="{FF2B5EF4-FFF2-40B4-BE49-F238E27FC236}">
                <a16:creationId xmlns:a16="http://schemas.microsoft.com/office/drawing/2014/main" id="{22BE4301-8802-4576-2B40-BD2075B1EBD5}"/>
              </a:ext>
            </a:extLst>
          </p:cNvPr>
          <p:cNvSpPr txBox="1">
            <a:spLocks/>
          </p:cNvSpPr>
          <p:nvPr/>
        </p:nvSpPr>
        <p:spPr>
          <a:xfrm>
            <a:off x="8718903" y="2733354"/>
            <a:ext cx="4768500" cy="5600701"/>
          </a:xfrm>
          <a:prstGeom prst="rect">
            <a:avLst/>
          </a:prstGeom>
        </p:spPr>
        <p:txBody>
          <a:bodyPr vert="horz" lIns="0" tIns="0" rIns="0" bIns="0" rtlCol="0">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en-US"/>
              <a:t>AI triggering financial transactions or system changes</a:t>
            </a:r>
          </a:p>
          <a:p>
            <a:pPr marL="0" indent="0">
              <a:buFont typeface="Wingdings" pitchFamily="2" charset="2"/>
              <a:buNone/>
            </a:pPr>
            <a:endParaRPr lang="en-US"/>
          </a:p>
          <a:p>
            <a:pPr marL="0" indent="0">
              <a:buFont typeface="Wingdings" pitchFamily="2" charset="2"/>
              <a:buNone/>
            </a:pPr>
            <a:r>
              <a:rPr lang="en-US"/>
              <a:t>“Who did this?” – human vs agent vs system</a:t>
            </a:r>
          </a:p>
          <a:p>
            <a:pPr marL="0" indent="0">
              <a:buFont typeface="Wingdings" pitchFamily="2" charset="2"/>
              <a:buNone/>
            </a:pPr>
            <a:endParaRPr lang="en-US"/>
          </a:p>
          <a:p>
            <a:pPr marL="0" indent="0">
              <a:buFont typeface="Wingdings" pitchFamily="2" charset="2"/>
              <a:buNone/>
            </a:pPr>
            <a:r>
              <a:rPr lang="en-US"/>
              <a:t>AI behavior evolving beyond initial constraints</a:t>
            </a:r>
            <a:br>
              <a:rPr lang="en-US"/>
            </a:br>
            <a:br>
              <a:rPr lang="en-US"/>
            </a:br>
            <a:br>
              <a:rPr lang="en-US"/>
            </a:br>
            <a:r>
              <a:rPr lang="en-US"/>
              <a:t>Multi-step workflows with unclear audit trails</a:t>
            </a:r>
          </a:p>
        </p:txBody>
      </p:sp>
      <p:sp>
        <p:nvSpPr>
          <p:cNvPr id="12" name="Content Placeholder 2">
            <a:extLst>
              <a:ext uri="{FF2B5EF4-FFF2-40B4-BE49-F238E27FC236}">
                <a16:creationId xmlns:a16="http://schemas.microsoft.com/office/drawing/2014/main" id="{181B01BB-DF94-C6F9-8DFB-63C4706A7DBE}"/>
              </a:ext>
            </a:extLst>
          </p:cNvPr>
          <p:cNvSpPr txBox="1">
            <a:spLocks/>
          </p:cNvSpPr>
          <p:nvPr/>
        </p:nvSpPr>
        <p:spPr>
          <a:xfrm>
            <a:off x="1142998" y="2733354"/>
            <a:ext cx="5774637" cy="5600701"/>
          </a:xfrm>
          <a:prstGeom prst="rect">
            <a:avLst/>
          </a:prstGeom>
        </p:spPr>
        <p:txBody>
          <a:bodyPr vert="horz" lIns="0" tIns="0" rIns="0" bIns="0" rtlCol="0">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tx2"/>
                </a:solidFill>
              </a:rPr>
              <a:t>Unbounded Execution Risk</a:t>
            </a:r>
            <a:br>
              <a:rPr lang="en-US"/>
            </a:br>
            <a:endParaRPr lang="en-US"/>
          </a:p>
          <a:p>
            <a:pPr marL="0" indent="0">
              <a:buNone/>
            </a:pPr>
            <a:endParaRPr lang="en-US"/>
          </a:p>
          <a:p>
            <a:pPr marL="0" indent="0">
              <a:buNone/>
            </a:pPr>
            <a:r>
              <a:rPr lang="en-US">
                <a:solidFill>
                  <a:schemeClr val="tx2"/>
                </a:solidFill>
              </a:rPr>
              <a:t>Identity Ambiguation</a:t>
            </a:r>
          </a:p>
          <a:p>
            <a:pPr marL="0" indent="0">
              <a:buNone/>
            </a:pPr>
            <a:endParaRPr lang="en-US"/>
          </a:p>
          <a:p>
            <a:pPr marL="0" indent="0">
              <a:buNone/>
            </a:pPr>
            <a:br>
              <a:rPr lang="en-US"/>
            </a:br>
            <a:r>
              <a:rPr lang="en-US">
                <a:solidFill>
                  <a:schemeClr val="tx2"/>
                </a:solidFill>
              </a:rPr>
              <a:t>Policy Drift</a:t>
            </a:r>
            <a:br>
              <a:rPr lang="en-US"/>
            </a:br>
            <a:br>
              <a:rPr lang="en-US"/>
            </a:br>
            <a:br>
              <a:rPr lang="en-US"/>
            </a:br>
            <a:br>
              <a:rPr lang="en-US"/>
            </a:br>
            <a:r>
              <a:rPr lang="en-US">
                <a:solidFill>
                  <a:schemeClr val="tx2"/>
                </a:solidFill>
              </a:rPr>
              <a:t>Opaque Decision Chains</a:t>
            </a:r>
          </a:p>
        </p:txBody>
      </p:sp>
      <p:pic>
        <p:nvPicPr>
          <p:cNvPr id="17" name="Picture 16">
            <a:extLst>
              <a:ext uri="{FF2B5EF4-FFF2-40B4-BE49-F238E27FC236}">
                <a16:creationId xmlns:a16="http://schemas.microsoft.com/office/drawing/2014/main" id="{B12C6F91-196E-2330-235C-A9ED266AAF59}"/>
              </a:ext>
            </a:extLst>
          </p:cNvPr>
          <p:cNvPicPr>
            <a:picLocks/>
          </p:cNvPicPr>
          <p:nvPr/>
        </p:nvPicPr>
        <p:blipFill>
          <a:blip r:embed="rId3"/>
          <a:stretch>
            <a:fillRect/>
          </a:stretch>
        </p:blipFill>
        <p:spPr>
          <a:xfrm flipV="1">
            <a:off x="981275" y="2371517"/>
            <a:ext cx="13239348" cy="9144"/>
          </a:xfrm>
          <a:prstGeom prst="rect">
            <a:avLst/>
          </a:prstGeom>
        </p:spPr>
      </p:pic>
      <p:cxnSp>
        <p:nvCxnSpPr>
          <p:cNvPr id="19" name="Straight Arrow Connector 18">
            <a:extLst>
              <a:ext uri="{FF2B5EF4-FFF2-40B4-BE49-F238E27FC236}">
                <a16:creationId xmlns:a16="http://schemas.microsoft.com/office/drawing/2014/main" id="{50274AE9-9EB4-5850-009D-63DAFD568CFE}"/>
              </a:ext>
            </a:extLst>
          </p:cNvPr>
          <p:cNvCxnSpPr>
            <a:cxnSpLocks/>
          </p:cNvCxnSpPr>
          <p:nvPr/>
        </p:nvCxnSpPr>
        <p:spPr>
          <a:xfrm>
            <a:off x="5327374" y="2932531"/>
            <a:ext cx="3180522" cy="0"/>
          </a:xfrm>
          <a:prstGeom prst="straightConnector1">
            <a:avLst/>
          </a:prstGeom>
          <a:ln w="2222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934F689-161F-5356-7B65-ED2A46F40A51}"/>
              </a:ext>
            </a:extLst>
          </p:cNvPr>
          <p:cNvCxnSpPr>
            <a:cxnSpLocks/>
          </p:cNvCxnSpPr>
          <p:nvPr/>
        </p:nvCxnSpPr>
        <p:spPr>
          <a:xfrm>
            <a:off x="4452079" y="4359095"/>
            <a:ext cx="4055817" cy="0"/>
          </a:xfrm>
          <a:prstGeom prst="straightConnector1">
            <a:avLst/>
          </a:prstGeom>
          <a:ln w="2222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5261E2A-8AB8-FA72-8763-D1BCAA671957}"/>
              </a:ext>
            </a:extLst>
          </p:cNvPr>
          <p:cNvCxnSpPr>
            <a:cxnSpLocks/>
          </p:cNvCxnSpPr>
          <p:nvPr/>
        </p:nvCxnSpPr>
        <p:spPr>
          <a:xfrm>
            <a:off x="3015522" y="5875600"/>
            <a:ext cx="5492374" cy="0"/>
          </a:xfrm>
          <a:prstGeom prst="straightConnector1">
            <a:avLst/>
          </a:prstGeom>
          <a:ln w="2222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E12CC6AD-2B06-881F-154B-DD3F56056E7B}"/>
              </a:ext>
            </a:extLst>
          </p:cNvPr>
          <p:cNvCxnSpPr>
            <a:cxnSpLocks/>
          </p:cNvCxnSpPr>
          <p:nvPr/>
        </p:nvCxnSpPr>
        <p:spPr>
          <a:xfrm>
            <a:off x="5006715" y="7287174"/>
            <a:ext cx="3501181" cy="0"/>
          </a:xfrm>
          <a:prstGeom prst="straightConnector1">
            <a:avLst/>
          </a:prstGeom>
          <a:ln w="22225">
            <a:solidFill>
              <a:schemeClr val="bg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1297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B0326-C578-6960-5A00-62DDB0A83976}"/>
              </a:ext>
            </a:extLst>
          </p:cNvPr>
          <p:cNvSpPr>
            <a:spLocks noGrp="1"/>
          </p:cNvSpPr>
          <p:nvPr>
            <p:ph type="title"/>
          </p:nvPr>
        </p:nvSpPr>
        <p:spPr>
          <a:xfrm>
            <a:off x="1181101" y="866775"/>
            <a:ext cx="11966488" cy="757987"/>
          </a:xfrm>
        </p:spPr>
        <p:txBody>
          <a:bodyPr/>
          <a:lstStyle/>
          <a:p>
            <a:r>
              <a:rPr lang="en-US"/>
              <a:t>Real-World Scenario: When It Goes Wrong</a:t>
            </a:r>
          </a:p>
        </p:txBody>
      </p:sp>
      <p:sp>
        <p:nvSpPr>
          <p:cNvPr id="4" name="Date Placeholder 3">
            <a:extLst>
              <a:ext uri="{FF2B5EF4-FFF2-40B4-BE49-F238E27FC236}">
                <a16:creationId xmlns:a16="http://schemas.microsoft.com/office/drawing/2014/main" id="{AD6F8B6C-0E96-5A49-DE09-B24584C47AB2}"/>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81D3240C-5346-B017-8310-8A6493B8ADC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F034E72-3202-D64F-0F0E-39DAC4407D63}"/>
              </a:ext>
            </a:extLst>
          </p:cNvPr>
          <p:cNvSpPr>
            <a:spLocks noGrp="1"/>
          </p:cNvSpPr>
          <p:nvPr>
            <p:ph type="sldNum" sz="quarter" idx="12"/>
          </p:nvPr>
        </p:nvSpPr>
        <p:spPr/>
        <p:txBody>
          <a:bodyPr/>
          <a:lstStyle/>
          <a:p>
            <a:fld id="{6D5B234C-F1E4-AE48-A29C-AA83DF36EEB3}" type="slidenum">
              <a:rPr lang="en-US" smtClean="0"/>
              <a:t>12</a:t>
            </a:fld>
            <a:endParaRPr lang="en-US"/>
          </a:p>
        </p:txBody>
      </p:sp>
      <p:sp>
        <p:nvSpPr>
          <p:cNvPr id="8" name="Text Placeholder 7">
            <a:extLst>
              <a:ext uri="{FF2B5EF4-FFF2-40B4-BE49-F238E27FC236}">
                <a16:creationId xmlns:a16="http://schemas.microsoft.com/office/drawing/2014/main" id="{DB8BE757-7A80-19DD-41AC-D4D10906093E}"/>
              </a:ext>
            </a:extLst>
          </p:cNvPr>
          <p:cNvSpPr>
            <a:spLocks noGrp="1"/>
          </p:cNvSpPr>
          <p:nvPr>
            <p:ph idx="15"/>
          </p:nvPr>
        </p:nvSpPr>
        <p:spPr>
          <a:xfrm>
            <a:off x="8545091" y="2985186"/>
            <a:ext cx="5911849" cy="2600326"/>
          </a:xfrm>
        </p:spPr>
        <p:txBody>
          <a:bodyPr/>
          <a:lstStyle/>
          <a:p>
            <a:pPr marL="0" indent="0">
              <a:buNone/>
            </a:pPr>
            <a:r>
              <a:rPr lang="en-US">
                <a:solidFill>
                  <a:schemeClr val="tx2"/>
                </a:solidFill>
              </a:rPr>
              <a:t>Impact:</a:t>
            </a:r>
          </a:p>
          <a:p>
            <a:pPr marL="463550" indent="-403225"/>
            <a:r>
              <a:rPr lang="en-US"/>
              <a:t>Financial loss </a:t>
            </a:r>
          </a:p>
          <a:p>
            <a:pPr marL="463550" indent="-403225"/>
            <a:r>
              <a:rPr lang="en-US"/>
              <a:t>Compliance breach </a:t>
            </a:r>
          </a:p>
          <a:p>
            <a:pPr marL="463550" indent="-403225"/>
            <a:r>
              <a:rPr lang="en-US"/>
              <a:t>Operational disruption</a:t>
            </a:r>
          </a:p>
          <a:p>
            <a:endParaRPr lang="en-US"/>
          </a:p>
        </p:txBody>
      </p:sp>
      <p:sp>
        <p:nvSpPr>
          <p:cNvPr id="11" name="Content Placeholder 10">
            <a:extLst>
              <a:ext uri="{FF2B5EF4-FFF2-40B4-BE49-F238E27FC236}">
                <a16:creationId xmlns:a16="http://schemas.microsoft.com/office/drawing/2014/main" id="{63EC2963-5201-E349-B207-103F6F021DC7}"/>
              </a:ext>
            </a:extLst>
          </p:cNvPr>
          <p:cNvSpPr>
            <a:spLocks noGrp="1"/>
          </p:cNvSpPr>
          <p:nvPr>
            <p:ph idx="1"/>
          </p:nvPr>
        </p:nvSpPr>
        <p:spPr>
          <a:xfrm>
            <a:off x="1853427" y="2944512"/>
            <a:ext cx="5867399" cy="5019675"/>
          </a:xfrm>
        </p:spPr>
        <p:txBody>
          <a:bodyPr/>
          <a:lstStyle/>
          <a:p>
            <a:pPr marL="0" indent="0">
              <a:buNone/>
            </a:pPr>
            <a:r>
              <a:rPr lang="en-US">
                <a:solidFill>
                  <a:schemeClr val="tx2"/>
                </a:solidFill>
              </a:rPr>
              <a:t>Scenario Walkthrough:</a:t>
            </a:r>
          </a:p>
          <a:p>
            <a:pPr marL="401638" indent="-390525"/>
            <a:r>
              <a:rPr lang="en-US"/>
              <a:t>AI agent monitors inventory → detects shortage</a:t>
            </a:r>
          </a:p>
          <a:p>
            <a:pPr marL="401638" indent="-390525"/>
            <a:r>
              <a:rPr lang="en-US"/>
              <a:t>Automatically selects alternate supplier</a:t>
            </a:r>
          </a:p>
          <a:p>
            <a:pPr marL="401638" indent="-390525"/>
            <a:r>
              <a:rPr lang="en-US"/>
              <a:t>Executes purchase order + updates ERP</a:t>
            </a:r>
          </a:p>
          <a:p>
            <a:pPr marL="401638" indent="-390525"/>
            <a:r>
              <a:rPr lang="en-US"/>
              <a:t>Supplier is non-compliant / fraudulent</a:t>
            </a:r>
          </a:p>
          <a:p>
            <a:endParaRPr lang="en-US"/>
          </a:p>
        </p:txBody>
      </p:sp>
      <p:pic>
        <p:nvPicPr>
          <p:cNvPr id="1026" name="Picture 2" descr="Driver charged with reckless driving ...">
            <a:extLst>
              <a:ext uri="{FF2B5EF4-FFF2-40B4-BE49-F238E27FC236}">
                <a16:creationId xmlns:a16="http://schemas.microsoft.com/office/drawing/2014/main" id="{0DA80B3B-178E-F101-5D56-8BDC8C54DF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1664" y="5620332"/>
            <a:ext cx="4135309" cy="232351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7BB0228-B752-FA8B-5AC8-96C7B06116DB}"/>
              </a:ext>
            </a:extLst>
          </p:cNvPr>
          <p:cNvSpPr txBox="1"/>
          <p:nvPr/>
        </p:nvSpPr>
        <p:spPr>
          <a:xfrm>
            <a:off x="1326161" y="1820496"/>
            <a:ext cx="12789330" cy="646331"/>
          </a:xfrm>
          <a:prstGeom prst="rect">
            <a:avLst/>
          </a:prstGeom>
          <a:noFill/>
        </p:spPr>
        <p:txBody>
          <a:bodyPr wrap="square">
            <a:spAutoFit/>
          </a:bodyPr>
          <a:lstStyle/>
          <a:p>
            <a:pPr marL="0" indent="0">
              <a:buNone/>
            </a:pPr>
            <a:r>
              <a:rPr lang="en-US" sz="3600" i="1" dirty="0">
                <a:solidFill>
                  <a:schemeClr val="bg2"/>
                </a:solidFill>
              </a:rPr>
              <a:t>“Speed without control is not efficiency - it’s amplified risk.”</a:t>
            </a:r>
          </a:p>
        </p:txBody>
      </p:sp>
      <p:sp>
        <p:nvSpPr>
          <p:cNvPr id="9" name="Text Placeholder 5">
            <a:extLst>
              <a:ext uri="{FF2B5EF4-FFF2-40B4-BE49-F238E27FC236}">
                <a16:creationId xmlns:a16="http://schemas.microsoft.com/office/drawing/2014/main" id="{3EAFAC32-76A5-5C64-EBE8-EEDD022721D7}"/>
              </a:ext>
            </a:extLst>
          </p:cNvPr>
          <p:cNvSpPr>
            <a:spLocks noGrp="1"/>
          </p:cNvSpPr>
          <p:nvPr>
            <p:ph type="body" sz="quarter" idx="14"/>
          </p:nvPr>
        </p:nvSpPr>
        <p:spPr>
          <a:xfrm>
            <a:off x="1142999" y="571499"/>
            <a:ext cx="7010401" cy="252413"/>
          </a:xfrm>
        </p:spPr>
        <p:txBody>
          <a:bodyPr/>
          <a:lstStyle/>
          <a:p>
            <a:r>
              <a:rPr lang="en-US" dirty="0">
                <a:solidFill>
                  <a:schemeClr val="tx2"/>
                </a:solidFill>
              </a:rPr>
              <a:t>GOVERNING AGENCY</a:t>
            </a:r>
          </a:p>
        </p:txBody>
      </p:sp>
    </p:spTree>
    <p:extLst>
      <p:ext uri="{BB962C8B-B14F-4D97-AF65-F5344CB8AC3E}">
        <p14:creationId xmlns:p14="http://schemas.microsoft.com/office/powerpoint/2010/main" val="323664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00ED7-D674-BD9A-79BA-22AF8EC7FEF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43F16CC-FCC1-9531-94AD-E5893FEA6B91}"/>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ECFBD5FA-D509-B752-F794-6F2BC4A5673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BA5DCD24-A0B8-9551-86A1-D13021CCA07F}"/>
              </a:ext>
            </a:extLst>
          </p:cNvPr>
          <p:cNvSpPr>
            <a:spLocks noGrp="1"/>
          </p:cNvSpPr>
          <p:nvPr>
            <p:ph type="sldNum" sz="quarter" idx="12"/>
          </p:nvPr>
        </p:nvSpPr>
        <p:spPr/>
        <p:txBody>
          <a:bodyPr/>
          <a:lstStyle/>
          <a:p>
            <a:fld id="{6D5B234C-F1E4-AE48-A29C-AA83DF36EEB3}" type="slidenum">
              <a:rPr lang="en-US" smtClean="0"/>
              <a:t>13</a:t>
            </a:fld>
            <a:endParaRPr lang="en-US"/>
          </a:p>
        </p:txBody>
      </p:sp>
      <p:sp>
        <p:nvSpPr>
          <p:cNvPr id="14" name="Title 1">
            <a:extLst>
              <a:ext uri="{FF2B5EF4-FFF2-40B4-BE49-F238E27FC236}">
                <a16:creationId xmlns:a16="http://schemas.microsoft.com/office/drawing/2014/main" id="{D9D2D272-92A0-CA33-12CB-D1C49B2239BB}"/>
              </a:ext>
            </a:extLst>
          </p:cNvPr>
          <p:cNvSpPr>
            <a:spLocks noGrp="1"/>
          </p:cNvSpPr>
          <p:nvPr>
            <p:ph type="title"/>
          </p:nvPr>
        </p:nvSpPr>
        <p:spPr>
          <a:xfrm>
            <a:off x="756183" y="2633938"/>
            <a:ext cx="7936751" cy="2961723"/>
          </a:xfrm>
        </p:spPr>
        <p:txBody>
          <a:bodyPr>
            <a:normAutofit/>
          </a:bodyPr>
          <a:lstStyle/>
          <a:p>
            <a:r>
              <a:rPr lang="en-US" sz="6000" dirty="0"/>
              <a:t>Ethics &amp; Profitability</a:t>
            </a:r>
          </a:p>
        </p:txBody>
      </p:sp>
      <p:pic>
        <p:nvPicPr>
          <p:cNvPr id="15" name="Picture 14">
            <a:extLst>
              <a:ext uri="{FF2B5EF4-FFF2-40B4-BE49-F238E27FC236}">
                <a16:creationId xmlns:a16="http://schemas.microsoft.com/office/drawing/2014/main" id="{831278E6-BABE-A209-D2C6-2BC65F03CD8F}"/>
              </a:ext>
            </a:extLst>
          </p:cNvPr>
          <p:cNvPicPr>
            <a:picLocks/>
          </p:cNvPicPr>
          <p:nvPr/>
        </p:nvPicPr>
        <p:blipFill>
          <a:blip r:embed="rId2">
            <a:alphaModFix/>
          </a:blip>
          <a:srcRect l="8781" t="6896" r="22939" b="35147"/>
          <a:stretch>
            <a:fillRect/>
          </a:stretch>
        </p:blipFill>
        <p:spPr>
          <a:xfrm>
            <a:off x="7201404" y="1199199"/>
            <a:ext cx="7441188" cy="7049811"/>
          </a:xfrm>
          <a:prstGeom prst="rect">
            <a:avLst/>
          </a:prstGeom>
        </p:spPr>
      </p:pic>
      <p:pic>
        <p:nvPicPr>
          <p:cNvPr id="16" name="Picture 15">
            <a:extLst>
              <a:ext uri="{FF2B5EF4-FFF2-40B4-BE49-F238E27FC236}">
                <a16:creationId xmlns:a16="http://schemas.microsoft.com/office/drawing/2014/main" id="{68E6B78C-C62F-46B0-9C9C-22BD82726043}"/>
              </a:ext>
            </a:extLst>
          </p:cNvPr>
          <p:cNvPicPr>
            <a:picLocks noChangeAspect="1"/>
          </p:cNvPicPr>
          <p:nvPr/>
        </p:nvPicPr>
        <p:blipFill>
          <a:blip r:embed="rId3"/>
          <a:srcRect l="8367" t="-1" b="17837"/>
          <a:stretch>
            <a:fillRect/>
          </a:stretch>
        </p:blipFill>
        <p:spPr>
          <a:xfrm flipH="1">
            <a:off x="7714188" y="1770380"/>
            <a:ext cx="6928404" cy="3594100"/>
          </a:xfrm>
          <a:prstGeom prst="rect">
            <a:avLst/>
          </a:prstGeom>
        </p:spPr>
      </p:pic>
      <p:sp>
        <p:nvSpPr>
          <p:cNvPr id="3" name="TextBox 2">
            <a:extLst>
              <a:ext uri="{FF2B5EF4-FFF2-40B4-BE49-F238E27FC236}">
                <a16:creationId xmlns:a16="http://schemas.microsoft.com/office/drawing/2014/main" id="{83D4D426-C7B7-40CD-4A68-8D94566C05CF}"/>
              </a:ext>
            </a:extLst>
          </p:cNvPr>
          <p:cNvSpPr txBox="1"/>
          <p:nvPr/>
        </p:nvSpPr>
        <p:spPr>
          <a:xfrm>
            <a:off x="756183" y="4499469"/>
            <a:ext cx="7322126" cy="2062103"/>
          </a:xfrm>
          <a:prstGeom prst="rect">
            <a:avLst/>
          </a:prstGeom>
          <a:noFill/>
        </p:spPr>
        <p:txBody>
          <a:bodyPr wrap="square">
            <a:spAutoFit/>
          </a:bodyPr>
          <a:lstStyle/>
          <a:p>
            <a:r>
              <a:rPr lang="en-US" sz="3200" i="1" dirty="0">
                <a:solidFill>
                  <a:schemeClr val="bg2"/>
                </a:solidFill>
              </a:rPr>
              <a:t>Governance and ethics are not constraints on AI profitability—they are mechanisms that make profitability possible.</a:t>
            </a:r>
          </a:p>
        </p:txBody>
      </p:sp>
    </p:spTree>
    <p:extLst>
      <p:ext uri="{BB962C8B-B14F-4D97-AF65-F5344CB8AC3E}">
        <p14:creationId xmlns:p14="http://schemas.microsoft.com/office/powerpoint/2010/main" val="1963844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5AC50-2CAC-D459-FEE6-91DA3FFC6AF5}"/>
              </a:ext>
            </a:extLst>
          </p:cNvPr>
          <p:cNvSpPr>
            <a:spLocks noGrp="1"/>
          </p:cNvSpPr>
          <p:nvPr>
            <p:ph type="title"/>
          </p:nvPr>
        </p:nvSpPr>
        <p:spPr/>
        <p:txBody>
          <a:bodyPr/>
          <a:lstStyle/>
          <a:p>
            <a:r>
              <a:rPr lang="en-US" dirty="0"/>
              <a:t>Real World Ethical Examples</a:t>
            </a:r>
          </a:p>
        </p:txBody>
      </p:sp>
      <p:sp>
        <p:nvSpPr>
          <p:cNvPr id="3" name="Content Placeholder 2">
            <a:extLst>
              <a:ext uri="{FF2B5EF4-FFF2-40B4-BE49-F238E27FC236}">
                <a16:creationId xmlns:a16="http://schemas.microsoft.com/office/drawing/2014/main" id="{05CBC50B-F115-0E1D-73A6-39B090D855EA}"/>
              </a:ext>
            </a:extLst>
          </p:cNvPr>
          <p:cNvSpPr>
            <a:spLocks noGrp="1"/>
          </p:cNvSpPr>
          <p:nvPr>
            <p:ph idx="1"/>
          </p:nvPr>
        </p:nvSpPr>
        <p:spPr/>
        <p:txBody>
          <a:bodyPr/>
          <a:lstStyle/>
          <a:p>
            <a:r>
              <a:rPr lang="en-US" dirty="0"/>
              <a:t>Popular camera system  that opened up surveillance across customers for pet tracking purposes</a:t>
            </a:r>
          </a:p>
          <a:p>
            <a:r>
              <a:rPr lang="en-US" dirty="0"/>
              <a:t>Opt-in to information sharing by default on many platforms</a:t>
            </a:r>
          </a:p>
          <a:p>
            <a:r>
              <a:rPr lang="en-US" dirty="0"/>
              <a:t>Data sovereignty</a:t>
            </a:r>
          </a:p>
          <a:p>
            <a:r>
              <a:rPr lang="en-US"/>
              <a:t>Agent identification</a:t>
            </a:r>
            <a:endParaRPr lang="en-US" dirty="0"/>
          </a:p>
          <a:p>
            <a:r>
              <a:rPr lang="en-US" dirty="0"/>
              <a:t>My personal experience with voice recognition!</a:t>
            </a:r>
          </a:p>
        </p:txBody>
      </p:sp>
      <p:sp>
        <p:nvSpPr>
          <p:cNvPr id="4" name="Date Placeholder 3">
            <a:extLst>
              <a:ext uri="{FF2B5EF4-FFF2-40B4-BE49-F238E27FC236}">
                <a16:creationId xmlns:a16="http://schemas.microsoft.com/office/drawing/2014/main" id="{1BF37173-8FF1-2767-39A0-78236A6372B2}"/>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A06CA2A4-F658-DB0E-6AC9-FCDF33B4B81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ACBC8D09-73E0-1BC2-D013-019D85FE7B1A}"/>
              </a:ext>
            </a:extLst>
          </p:cNvPr>
          <p:cNvSpPr>
            <a:spLocks noGrp="1"/>
          </p:cNvSpPr>
          <p:nvPr>
            <p:ph type="sldNum" sz="quarter" idx="12"/>
          </p:nvPr>
        </p:nvSpPr>
        <p:spPr/>
        <p:txBody>
          <a:bodyPr/>
          <a:lstStyle/>
          <a:p>
            <a:fld id="{6D5B234C-F1E4-AE48-A29C-AA83DF36EEB3}" type="slidenum">
              <a:rPr lang="en-US" smtClean="0"/>
              <a:t>14</a:t>
            </a:fld>
            <a:endParaRPr lang="en-US"/>
          </a:p>
        </p:txBody>
      </p:sp>
      <p:sp>
        <p:nvSpPr>
          <p:cNvPr id="7" name="Text Placeholder 6">
            <a:extLst>
              <a:ext uri="{FF2B5EF4-FFF2-40B4-BE49-F238E27FC236}">
                <a16:creationId xmlns:a16="http://schemas.microsoft.com/office/drawing/2014/main" id="{D2D4A2EA-6182-5A32-900C-A8947743AABF}"/>
              </a:ext>
            </a:extLst>
          </p:cNvPr>
          <p:cNvSpPr>
            <a:spLocks noGrp="1"/>
          </p:cNvSpPr>
          <p:nvPr>
            <p:ph type="body" sz="quarter" idx="14"/>
          </p:nvPr>
        </p:nvSpPr>
        <p:spPr/>
        <p:txBody>
          <a:bodyPr/>
          <a:lstStyle/>
          <a:p>
            <a:r>
              <a:rPr lang="en-US" dirty="0"/>
              <a:t>AGENCY ETHICS</a:t>
            </a:r>
          </a:p>
        </p:txBody>
      </p:sp>
    </p:spTree>
    <p:extLst>
      <p:ext uri="{BB962C8B-B14F-4D97-AF65-F5344CB8AC3E}">
        <p14:creationId xmlns:p14="http://schemas.microsoft.com/office/powerpoint/2010/main" val="2148848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0D32F-FD4E-9A7F-F4A5-799073F65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D23E9-8F2D-FAFD-BC6D-33734C1012C4}"/>
              </a:ext>
            </a:extLst>
          </p:cNvPr>
          <p:cNvSpPr>
            <a:spLocks noGrp="1"/>
          </p:cNvSpPr>
          <p:nvPr>
            <p:ph type="title"/>
          </p:nvPr>
        </p:nvSpPr>
        <p:spPr/>
        <p:txBody>
          <a:bodyPr/>
          <a:lstStyle/>
          <a:p>
            <a:r>
              <a:rPr lang="en-US" dirty="0"/>
              <a:t>Core Tenants for Profitable AI Initiatives</a:t>
            </a:r>
          </a:p>
        </p:txBody>
      </p:sp>
      <p:sp>
        <p:nvSpPr>
          <p:cNvPr id="3" name="Slide Number Placeholder 2">
            <a:extLst>
              <a:ext uri="{FF2B5EF4-FFF2-40B4-BE49-F238E27FC236}">
                <a16:creationId xmlns:a16="http://schemas.microsoft.com/office/drawing/2014/main" id="{E6AA2F75-86C2-D9A2-E529-DF9EA895A521}"/>
              </a:ext>
            </a:extLst>
          </p:cNvPr>
          <p:cNvSpPr>
            <a:spLocks noGrp="1"/>
          </p:cNvSpPr>
          <p:nvPr>
            <p:ph type="sldNum" sz="quarter" idx="10"/>
          </p:nvPr>
        </p:nvSpPr>
        <p:spPr/>
        <p:txBody>
          <a:bodyPr/>
          <a:lstStyle/>
          <a:p>
            <a:fld id="{690F28F1-749B-6E43-9C6F-A927F429EFEC}" type="slidenum">
              <a:rPr lang="en-US" smtClean="0"/>
              <a:pPr/>
              <a:t>15</a:t>
            </a:fld>
            <a:endParaRPr lang="en-US"/>
          </a:p>
        </p:txBody>
      </p:sp>
      <p:sp>
        <p:nvSpPr>
          <p:cNvPr id="4" name="Date Placeholder 3">
            <a:extLst>
              <a:ext uri="{FF2B5EF4-FFF2-40B4-BE49-F238E27FC236}">
                <a16:creationId xmlns:a16="http://schemas.microsoft.com/office/drawing/2014/main" id="{0DE91B4E-F59C-8A6A-B6C9-B8064096088E}"/>
              </a:ext>
            </a:extLst>
          </p:cNvPr>
          <p:cNvSpPr>
            <a:spLocks noGrp="1"/>
          </p:cNvSpPr>
          <p:nvPr>
            <p:ph type="dt" sz="half" idx="11"/>
          </p:nvPr>
        </p:nvSpPr>
        <p:spPr/>
        <p:txBody>
          <a:bodyPr/>
          <a:lstStyle/>
          <a:p>
            <a:r>
              <a:rPr lang="en-US"/>
              <a:t>2025</a:t>
            </a:r>
          </a:p>
        </p:txBody>
      </p:sp>
      <p:sp>
        <p:nvSpPr>
          <p:cNvPr id="6" name="Text Placeholder 5">
            <a:extLst>
              <a:ext uri="{FF2B5EF4-FFF2-40B4-BE49-F238E27FC236}">
                <a16:creationId xmlns:a16="http://schemas.microsoft.com/office/drawing/2014/main" id="{3E4D4823-5F00-C6D1-675E-0DBB501023A6}"/>
              </a:ext>
            </a:extLst>
          </p:cNvPr>
          <p:cNvSpPr>
            <a:spLocks noGrp="1"/>
          </p:cNvSpPr>
          <p:nvPr>
            <p:ph type="body" sz="quarter" idx="14"/>
          </p:nvPr>
        </p:nvSpPr>
        <p:spPr/>
        <p:txBody>
          <a:bodyPr/>
          <a:lstStyle/>
          <a:p>
            <a:r>
              <a:rPr lang="en-US" dirty="0">
                <a:solidFill>
                  <a:schemeClr val="tx2"/>
                </a:solidFill>
              </a:rPr>
              <a:t>GOVERNING AGENCY</a:t>
            </a:r>
          </a:p>
        </p:txBody>
      </p:sp>
      <p:sp>
        <p:nvSpPr>
          <p:cNvPr id="7" name="Content Placeholder 6">
            <a:extLst>
              <a:ext uri="{FF2B5EF4-FFF2-40B4-BE49-F238E27FC236}">
                <a16:creationId xmlns:a16="http://schemas.microsoft.com/office/drawing/2014/main" id="{055A91BC-C1C5-739D-7B03-6828F6D9C437}"/>
              </a:ext>
            </a:extLst>
          </p:cNvPr>
          <p:cNvSpPr>
            <a:spLocks noGrp="1"/>
          </p:cNvSpPr>
          <p:nvPr>
            <p:ph sz="quarter" idx="16"/>
          </p:nvPr>
        </p:nvSpPr>
        <p:spPr>
          <a:xfrm>
            <a:off x="1089025" y="1970330"/>
            <a:ext cx="12452350" cy="833437"/>
          </a:xfrm>
        </p:spPr>
        <p:txBody>
          <a:bodyPr/>
          <a:lstStyle/>
          <a:p>
            <a:pPr>
              <a:buNone/>
            </a:pPr>
            <a:r>
              <a:rPr lang="en-US" dirty="0">
                <a:solidFill>
                  <a:schemeClr val="bg2"/>
                </a:solidFill>
              </a:rPr>
              <a:t>The same discipline that defines what problems to fix or dreams to build … determines whether AI creates value or waste.</a:t>
            </a:r>
          </a:p>
        </p:txBody>
      </p:sp>
      <p:sp>
        <p:nvSpPr>
          <p:cNvPr id="8" name="Content Placeholder 7">
            <a:extLst>
              <a:ext uri="{FF2B5EF4-FFF2-40B4-BE49-F238E27FC236}">
                <a16:creationId xmlns:a16="http://schemas.microsoft.com/office/drawing/2014/main" id="{06471595-108A-92B3-BBAA-E99C76621D7E}"/>
              </a:ext>
            </a:extLst>
          </p:cNvPr>
          <p:cNvSpPr>
            <a:spLocks noGrp="1"/>
          </p:cNvSpPr>
          <p:nvPr>
            <p:ph sz="quarter" idx="17"/>
          </p:nvPr>
        </p:nvSpPr>
        <p:spPr>
          <a:xfrm>
            <a:off x="1182755" y="3021497"/>
            <a:ext cx="5905500" cy="4457700"/>
          </a:xfrm>
        </p:spPr>
        <p:txBody>
          <a:bodyPr>
            <a:normAutofit fontScale="92500" lnSpcReduction="20000"/>
          </a:bodyPr>
          <a:lstStyle/>
          <a:p>
            <a:pPr>
              <a:buNone/>
            </a:pPr>
            <a:r>
              <a:rPr lang="en-US" b="1" dirty="0">
                <a:solidFill>
                  <a:schemeClr val="tx2"/>
                </a:solidFill>
              </a:rPr>
              <a:t>Work Backwards from a headline</a:t>
            </a:r>
          </a:p>
          <a:p>
            <a:pPr marL="0" indent="0">
              <a:buNone/>
            </a:pPr>
            <a:r>
              <a:rPr lang="en-US" dirty="0"/>
              <a:t>Start with the outcome in mind</a:t>
            </a:r>
          </a:p>
          <a:p>
            <a:pPr>
              <a:buNone/>
            </a:pPr>
            <a:endParaRPr lang="en-US" dirty="0"/>
          </a:p>
          <a:p>
            <a:pPr>
              <a:buNone/>
            </a:pPr>
            <a:r>
              <a:rPr lang="en-US" b="1" dirty="0">
                <a:solidFill>
                  <a:schemeClr val="tx2"/>
                </a:solidFill>
              </a:rPr>
              <a:t>Build the financials up front</a:t>
            </a:r>
          </a:p>
          <a:p>
            <a:pPr marL="0" indent="0">
              <a:buNone/>
            </a:pPr>
            <a:r>
              <a:rPr lang="en-US" dirty="0"/>
              <a:t>Know the value of the problem you’re solving and see what financial picture makes sense</a:t>
            </a:r>
          </a:p>
          <a:p>
            <a:pPr>
              <a:buNone/>
            </a:pPr>
            <a:endParaRPr lang="en-US" dirty="0"/>
          </a:p>
          <a:p>
            <a:pPr>
              <a:buNone/>
            </a:pPr>
            <a:r>
              <a:rPr lang="en-US" b="1" dirty="0">
                <a:solidFill>
                  <a:schemeClr val="tx2"/>
                </a:solidFill>
              </a:rPr>
              <a:t>Refine as you go</a:t>
            </a:r>
          </a:p>
          <a:p>
            <a:pPr marL="0" indent="0">
              <a:buNone/>
            </a:pPr>
            <a:r>
              <a:rPr lang="en-US" dirty="0"/>
              <a:t>Get it to work first, then refine</a:t>
            </a:r>
          </a:p>
        </p:txBody>
      </p:sp>
      <p:sp>
        <p:nvSpPr>
          <p:cNvPr id="9" name="Content Placeholder 8">
            <a:extLst>
              <a:ext uri="{FF2B5EF4-FFF2-40B4-BE49-F238E27FC236}">
                <a16:creationId xmlns:a16="http://schemas.microsoft.com/office/drawing/2014/main" id="{126976C3-65DE-584A-E817-F28C9414A5EB}"/>
              </a:ext>
            </a:extLst>
          </p:cNvPr>
          <p:cNvSpPr>
            <a:spLocks noGrp="1"/>
          </p:cNvSpPr>
          <p:nvPr>
            <p:ph sz="quarter" idx="18"/>
          </p:nvPr>
        </p:nvSpPr>
        <p:spPr>
          <a:xfrm>
            <a:off x="7726431" y="3021497"/>
            <a:ext cx="6124479" cy="4457700"/>
          </a:xfrm>
        </p:spPr>
        <p:txBody>
          <a:bodyPr>
            <a:normAutofit fontScale="92500" lnSpcReduction="20000"/>
          </a:bodyPr>
          <a:lstStyle/>
          <a:p>
            <a:pPr>
              <a:buNone/>
            </a:pPr>
            <a:r>
              <a:rPr lang="en-US" b="1" dirty="0">
                <a:solidFill>
                  <a:schemeClr val="tx2"/>
                </a:solidFill>
              </a:rPr>
              <a:t>Start Big, Get Smaller</a:t>
            </a:r>
          </a:p>
          <a:p>
            <a:pPr marL="0" indent="0">
              <a:buNone/>
            </a:pPr>
            <a:r>
              <a:rPr lang="en-US" dirty="0"/>
              <a:t>Large models handle a lot, well. Get narrower and more focused once major use cases are proven</a:t>
            </a:r>
          </a:p>
          <a:p>
            <a:pPr>
              <a:buNone/>
            </a:pPr>
            <a:endParaRPr lang="en-US" dirty="0"/>
          </a:p>
          <a:p>
            <a:pPr>
              <a:buNone/>
            </a:pPr>
            <a:r>
              <a:rPr lang="en-US" b="1" dirty="0">
                <a:solidFill>
                  <a:schemeClr val="tx2"/>
                </a:solidFill>
              </a:rPr>
              <a:t>Fail Fast</a:t>
            </a:r>
          </a:p>
          <a:p>
            <a:pPr marL="0" indent="0">
              <a:buNone/>
            </a:pPr>
            <a:r>
              <a:rPr lang="en-US" dirty="0"/>
              <a:t>Well-accepted design principles still apply</a:t>
            </a:r>
          </a:p>
          <a:p>
            <a:pPr>
              <a:buNone/>
            </a:pPr>
            <a:endParaRPr lang="en-US" dirty="0"/>
          </a:p>
          <a:p>
            <a:pPr>
              <a:buNone/>
            </a:pPr>
            <a:r>
              <a:rPr lang="en-US" b="1" dirty="0">
                <a:solidFill>
                  <a:schemeClr val="tx2"/>
                </a:solidFill>
              </a:rPr>
              <a:t>Perfect is the enemy of good</a:t>
            </a:r>
          </a:p>
          <a:p>
            <a:pPr marL="0" indent="0">
              <a:buNone/>
            </a:pPr>
            <a:r>
              <a:rPr lang="en-US" dirty="0"/>
              <a:t>It’s about incremental value not perfection the first time</a:t>
            </a:r>
          </a:p>
        </p:txBody>
      </p:sp>
      <p:sp>
        <p:nvSpPr>
          <p:cNvPr id="5" name="Footer Placeholder 4">
            <a:extLst>
              <a:ext uri="{FF2B5EF4-FFF2-40B4-BE49-F238E27FC236}">
                <a16:creationId xmlns:a16="http://schemas.microsoft.com/office/drawing/2014/main" id="{04BA2875-EACA-8424-9A5D-49E1A0C8574A}"/>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Tree>
    <p:extLst>
      <p:ext uri="{BB962C8B-B14F-4D97-AF65-F5344CB8AC3E}">
        <p14:creationId xmlns:p14="http://schemas.microsoft.com/office/powerpoint/2010/main" val="298859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FD591-ECF9-430E-9566-D80DCED42068}"/>
              </a:ext>
            </a:extLst>
          </p:cNvPr>
          <p:cNvSpPr>
            <a:spLocks noGrp="1"/>
          </p:cNvSpPr>
          <p:nvPr>
            <p:ph type="title"/>
          </p:nvPr>
        </p:nvSpPr>
        <p:spPr/>
        <p:txBody>
          <a:bodyPr/>
          <a:lstStyle/>
          <a:p>
            <a:r>
              <a:rPr lang="en-US"/>
              <a:t>Building Backwards from ROI</a:t>
            </a:r>
          </a:p>
        </p:txBody>
      </p:sp>
      <p:sp>
        <p:nvSpPr>
          <p:cNvPr id="3" name="Slide Number Placeholder 2">
            <a:extLst>
              <a:ext uri="{FF2B5EF4-FFF2-40B4-BE49-F238E27FC236}">
                <a16:creationId xmlns:a16="http://schemas.microsoft.com/office/drawing/2014/main" id="{39CB22CC-A654-78AE-3BC9-D52D34877D68}"/>
              </a:ext>
            </a:extLst>
          </p:cNvPr>
          <p:cNvSpPr>
            <a:spLocks noGrp="1"/>
          </p:cNvSpPr>
          <p:nvPr>
            <p:ph type="sldNum" sz="quarter" idx="10"/>
          </p:nvPr>
        </p:nvSpPr>
        <p:spPr/>
        <p:txBody>
          <a:bodyPr/>
          <a:lstStyle/>
          <a:p>
            <a:fld id="{690F28F1-749B-6E43-9C6F-A927F429EFEC}" type="slidenum">
              <a:rPr lang="en-US" smtClean="0"/>
              <a:pPr/>
              <a:t>16</a:t>
            </a:fld>
            <a:endParaRPr lang="en-US"/>
          </a:p>
        </p:txBody>
      </p:sp>
      <p:sp>
        <p:nvSpPr>
          <p:cNvPr id="4" name="Date Placeholder 3">
            <a:extLst>
              <a:ext uri="{FF2B5EF4-FFF2-40B4-BE49-F238E27FC236}">
                <a16:creationId xmlns:a16="http://schemas.microsoft.com/office/drawing/2014/main" id="{2D7BA87D-7B88-FEAE-D33D-32E187EAB23E}"/>
              </a:ext>
            </a:extLst>
          </p:cNvPr>
          <p:cNvSpPr>
            <a:spLocks noGrp="1"/>
          </p:cNvSpPr>
          <p:nvPr>
            <p:ph type="dt" sz="half" idx="11"/>
          </p:nvPr>
        </p:nvSpPr>
        <p:spPr/>
        <p:txBody>
          <a:bodyPr/>
          <a:lstStyle/>
          <a:p>
            <a:r>
              <a:rPr lang="en-US"/>
              <a:t>2025</a:t>
            </a:r>
          </a:p>
        </p:txBody>
      </p:sp>
      <p:sp>
        <p:nvSpPr>
          <p:cNvPr id="6" name="Text Placeholder 5">
            <a:extLst>
              <a:ext uri="{FF2B5EF4-FFF2-40B4-BE49-F238E27FC236}">
                <a16:creationId xmlns:a16="http://schemas.microsoft.com/office/drawing/2014/main" id="{49D877BE-313C-DB9C-E5D9-A520DD88FE44}"/>
              </a:ext>
            </a:extLst>
          </p:cNvPr>
          <p:cNvSpPr>
            <a:spLocks noGrp="1"/>
          </p:cNvSpPr>
          <p:nvPr>
            <p:ph type="body" sz="quarter" idx="14"/>
          </p:nvPr>
        </p:nvSpPr>
        <p:spPr/>
        <p:txBody>
          <a:bodyPr/>
          <a:lstStyle/>
          <a:p>
            <a:r>
              <a:rPr lang="en-US">
                <a:solidFill>
                  <a:schemeClr val="tx2"/>
                </a:solidFill>
              </a:rPr>
              <a:t>GOVERNING AGENCY</a:t>
            </a:r>
          </a:p>
        </p:txBody>
      </p:sp>
      <p:sp>
        <p:nvSpPr>
          <p:cNvPr id="10" name="Content Placeholder 15">
            <a:extLst>
              <a:ext uri="{FF2B5EF4-FFF2-40B4-BE49-F238E27FC236}">
                <a16:creationId xmlns:a16="http://schemas.microsoft.com/office/drawing/2014/main" id="{39B773B7-3C79-1C94-DE64-6F0701CE4399}"/>
              </a:ext>
            </a:extLst>
          </p:cNvPr>
          <p:cNvSpPr txBox="1">
            <a:spLocks/>
          </p:cNvSpPr>
          <p:nvPr/>
        </p:nvSpPr>
        <p:spPr>
          <a:xfrm>
            <a:off x="1142999" y="2014151"/>
            <a:ext cx="4016226" cy="5643949"/>
          </a:xfrm>
          <a:prstGeom prst="roundRect">
            <a:avLst>
              <a:gd name="adj" fmla="val 6525"/>
            </a:avLst>
          </a:prstGeom>
          <a:ln w="19050">
            <a:solidFill>
              <a:schemeClr val="accent3">
                <a:lumMod val="60000"/>
                <a:lumOff val="40000"/>
              </a:schemeClr>
            </a:solidFill>
          </a:ln>
        </p:spPr>
        <p:txBody>
          <a:bodyPr vert="horz" lIns="182880" tIns="0" rIns="685800" bIns="182880" rtlCol="0" anchor="b">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tx2"/>
                </a:solidFill>
              </a:rPr>
              <a:t>Reduce Cost</a:t>
            </a:r>
          </a:p>
          <a:p>
            <a:r>
              <a:rPr lang="en-US"/>
              <a:t>Automate 50%+ of routine tickets</a:t>
            </a:r>
          </a:p>
          <a:p>
            <a:r>
              <a:rPr lang="en-US"/>
              <a:t>24/7 ops without staffing increases</a:t>
            </a:r>
          </a:p>
          <a:p>
            <a:r>
              <a:rPr lang="en-US"/>
              <a:t>Faster resolution = lower cost-per-contact</a:t>
            </a:r>
            <a:br>
              <a:rPr lang="en-US"/>
            </a:br>
            <a:endParaRPr lang="en-US"/>
          </a:p>
        </p:txBody>
      </p:sp>
      <p:sp>
        <p:nvSpPr>
          <p:cNvPr id="12" name="Content Placeholder 15">
            <a:extLst>
              <a:ext uri="{FF2B5EF4-FFF2-40B4-BE49-F238E27FC236}">
                <a16:creationId xmlns:a16="http://schemas.microsoft.com/office/drawing/2014/main" id="{FB45D6DE-D383-4EB7-842D-28B5861ECF00}"/>
              </a:ext>
            </a:extLst>
          </p:cNvPr>
          <p:cNvSpPr txBox="1">
            <a:spLocks/>
          </p:cNvSpPr>
          <p:nvPr/>
        </p:nvSpPr>
        <p:spPr>
          <a:xfrm>
            <a:off x="5669692" y="2014151"/>
            <a:ext cx="4016226" cy="5643949"/>
          </a:xfrm>
          <a:prstGeom prst="roundRect">
            <a:avLst>
              <a:gd name="adj" fmla="val 6525"/>
            </a:avLst>
          </a:prstGeom>
          <a:ln w="19050">
            <a:solidFill>
              <a:schemeClr val="accent3">
                <a:lumMod val="60000"/>
                <a:lumOff val="40000"/>
              </a:schemeClr>
            </a:solidFill>
          </a:ln>
        </p:spPr>
        <p:txBody>
          <a:bodyPr vert="horz" lIns="182880" tIns="0" rIns="685800" bIns="182880" rtlCol="0" anchor="b">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tx2"/>
                </a:solidFill>
              </a:rPr>
              <a:t>Scale Security</a:t>
            </a:r>
          </a:p>
          <a:p>
            <a:r>
              <a:rPr lang="en-US"/>
              <a:t>Grow without adding headcount</a:t>
            </a:r>
          </a:p>
          <a:p>
            <a:r>
              <a:rPr lang="en-US"/>
              <a:t>Consistent quality across all channels</a:t>
            </a:r>
          </a:p>
          <a:p>
            <a:r>
              <a:rPr lang="en-US"/>
              <a:t>Governed responses reduce compliance risk</a:t>
            </a:r>
            <a:br>
              <a:rPr lang="en-US"/>
            </a:br>
            <a:endParaRPr lang="en-US"/>
          </a:p>
        </p:txBody>
      </p:sp>
      <p:sp>
        <p:nvSpPr>
          <p:cNvPr id="13" name="Content Placeholder 15">
            <a:extLst>
              <a:ext uri="{FF2B5EF4-FFF2-40B4-BE49-F238E27FC236}">
                <a16:creationId xmlns:a16="http://schemas.microsoft.com/office/drawing/2014/main" id="{7ABFA216-7599-19ED-253F-1C7E97D838FC}"/>
              </a:ext>
            </a:extLst>
          </p:cNvPr>
          <p:cNvSpPr txBox="1">
            <a:spLocks/>
          </p:cNvSpPr>
          <p:nvPr/>
        </p:nvSpPr>
        <p:spPr>
          <a:xfrm>
            <a:off x="10060459" y="2014151"/>
            <a:ext cx="4016227" cy="5643949"/>
          </a:xfrm>
          <a:prstGeom prst="roundRect">
            <a:avLst>
              <a:gd name="adj" fmla="val 6525"/>
            </a:avLst>
          </a:prstGeom>
          <a:ln w="19050">
            <a:solidFill>
              <a:schemeClr val="accent3">
                <a:lumMod val="60000"/>
                <a:lumOff val="40000"/>
              </a:schemeClr>
            </a:solidFill>
          </a:ln>
        </p:spPr>
        <p:txBody>
          <a:bodyPr vert="horz" lIns="182880" tIns="0" rIns="685800" bIns="182880" rtlCol="0" anchor="b">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tx2"/>
                </a:solidFill>
              </a:rPr>
              <a:t>Drive Insights</a:t>
            </a:r>
          </a:p>
          <a:p>
            <a:r>
              <a:rPr lang="en-US"/>
              <a:t>Real-time analytics on customer behavior</a:t>
            </a:r>
          </a:p>
          <a:p>
            <a:r>
              <a:rPr lang="en-US"/>
              <a:t>Proactive issue detection before escalation</a:t>
            </a:r>
          </a:p>
          <a:p>
            <a:r>
              <a:rPr lang="en-US"/>
              <a:t>Data-driven resource allocation</a:t>
            </a:r>
          </a:p>
        </p:txBody>
      </p:sp>
      <p:pic>
        <p:nvPicPr>
          <p:cNvPr id="14" name="Graphic 13">
            <a:extLst>
              <a:ext uri="{FF2B5EF4-FFF2-40B4-BE49-F238E27FC236}">
                <a16:creationId xmlns:a16="http://schemas.microsoft.com/office/drawing/2014/main" id="{4357F420-703F-ACBE-B6F6-6605424145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60459" y="2157518"/>
            <a:ext cx="1281224" cy="1281224"/>
          </a:xfrm>
          <a:prstGeom prst="rect">
            <a:avLst/>
          </a:prstGeom>
        </p:spPr>
      </p:pic>
      <p:pic>
        <p:nvPicPr>
          <p:cNvPr id="15" name="Graphic 14">
            <a:extLst>
              <a:ext uri="{FF2B5EF4-FFF2-40B4-BE49-F238E27FC236}">
                <a16:creationId xmlns:a16="http://schemas.microsoft.com/office/drawing/2014/main" id="{DE694951-B6E3-D557-1CB1-D8874C6363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45335" y="2157518"/>
            <a:ext cx="1342728" cy="1342728"/>
          </a:xfrm>
          <a:prstGeom prst="rect">
            <a:avLst/>
          </a:prstGeom>
        </p:spPr>
      </p:pic>
      <p:pic>
        <p:nvPicPr>
          <p:cNvPr id="16" name="Graphic 15">
            <a:extLst>
              <a:ext uri="{FF2B5EF4-FFF2-40B4-BE49-F238E27FC236}">
                <a16:creationId xmlns:a16="http://schemas.microsoft.com/office/drawing/2014/main" id="{81974A2C-5948-4015-C980-3609D3044F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69692" y="2176176"/>
            <a:ext cx="1305412" cy="1305412"/>
          </a:xfrm>
          <a:prstGeom prst="rect">
            <a:avLst/>
          </a:prstGeom>
        </p:spPr>
      </p:pic>
      <p:sp>
        <p:nvSpPr>
          <p:cNvPr id="17" name="Footer Placeholder 4">
            <a:extLst>
              <a:ext uri="{FF2B5EF4-FFF2-40B4-BE49-F238E27FC236}">
                <a16:creationId xmlns:a16="http://schemas.microsoft.com/office/drawing/2014/main" id="{27006904-D245-A60C-99E0-606EB8434426}"/>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Tree>
    <p:extLst>
      <p:ext uri="{BB962C8B-B14F-4D97-AF65-F5344CB8AC3E}">
        <p14:creationId xmlns:p14="http://schemas.microsoft.com/office/powerpoint/2010/main" val="45244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66350-4977-15BD-6E29-54E49F694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A775F-3F88-6B14-CE5F-5DC33F229BFA}"/>
              </a:ext>
            </a:extLst>
          </p:cNvPr>
          <p:cNvSpPr>
            <a:spLocks noGrp="1"/>
          </p:cNvSpPr>
          <p:nvPr>
            <p:ph type="title"/>
          </p:nvPr>
        </p:nvSpPr>
        <p:spPr/>
        <p:txBody>
          <a:bodyPr/>
          <a:lstStyle/>
          <a:p>
            <a:r>
              <a:rPr lang="en-US"/>
              <a:t>Implementation Roadmap</a:t>
            </a:r>
          </a:p>
        </p:txBody>
      </p:sp>
      <p:sp>
        <p:nvSpPr>
          <p:cNvPr id="3" name="Slide Number Placeholder 2">
            <a:extLst>
              <a:ext uri="{FF2B5EF4-FFF2-40B4-BE49-F238E27FC236}">
                <a16:creationId xmlns:a16="http://schemas.microsoft.com/office/drawing/2014/main" id="{197B37BF-0485-2E66-DE42-B4125453CFC7}"/>
              </a:ext>
            </a:extLst>
          </p:cNvPr>
          <p:cNvSpPr>
            <a:spLocks noGrp="1"/>
          </p:cNvSpPr>
          <p:nvPr>
            <p:ph type="sldNum" sz="quarter" idx="10"/>
          </p:nvPr>
        </p:nvSpPr>
        <p:spPr/>
        <p:txBody>
          <a:bodyPr/>
          <a:lstStyle/>
          <a:p>
            <a:fld id="{690F28F1-749B-6E43-9C6F-A927F429EFEC}" type="slidenum">
              <a:rPr lang="en-US" smtClean="0"/>
              <a:pPr/>
              <a:t>17</a:t>
            </a:fld>
            <a:endParaRPr lang="en-US"/>
          </a:p>
        </p:txBody>
      </p:sp>
      <p:sp>
        <p:nvSpPr>
          <p:cNvPr id="4" name="Date Placeholder 3">
            <a:extLst>
              <a:ext uri="{FF2B5EF4-FFF2-40B4-BE49-F238E27FC236}">
                <a16:creationId xmlns:a16="http://schemas.microsoft.com/office/drawing/2014/main" id="{BFDD4714-736D-19FE-C83D-8BB65905DB32}"/>
              </a:ext>
            </a:extLst>
          </p:cNvPr>
          <p:cNvSpPr>
            <a:spLocks noGrp="1"/>
          </p:cNvSpPr>
          <p:nvPr>
            <p:ph type="dt" sz="half" idx="11"/>
          </p:nvPr>
        </p:nvSpPr>
        <p:spPr/>
        <p:txBody>
          <a:bodyPr/>
          <a:lstStyle/>
          <a:p>
            <a:r>
              <a:rPr lang="en-US"/>
              <a:t>2025</a:t>
            </a:r>
          </a:p>
        </p:txBody>
      </p:sp>
      <p:sp>
        <p:nvSpPr>
          <p:cNvPr id="6" name="Text Placeholder 5">
            <a:extLst>
              <a:ext uri="{FF2B5EF4-FFF2-40B4-BE49-F238E27FC236}">
                <a16:creationId xmlns:a16="http://schemas.microsoft.com/office/drawing/2014/main" id="{BD871979-0CD5-2663-1E5A-DAB77FD7FB5C}"/>
              </a:ext>
            </a:extLst>
          </p:cNvPr>
          <p:cNvSpPr>
            <a:spLocks noGrp="1"/>
          </p:cNvSpPr>
          <p:nvPr>
            <p:ph type="body" sz="quarter" idx="14"/>
          </p:nvPr>
        </p:nvSpPr>
        <p:spPr/>
        <p:txBody>
          <a:bodyPr/>
          <a:lstStyle/>
          <a:p>
            <a:r>
              <a:rPr lang="en-US">
                <a:solidFill>
                  <a:schemeClr val="tx2"/>
                </a:solidFill>
              </a:rPr>
              <a:t>GOVERNING AGENCY</a:t>
            </a:r>
          </a:p>
        </p:txBody>
      </p:sp>
      <p:sp>
        <p:nvSpPr>
          <p:cNvPr id="7" name="Content Placeholder 6">
            <a:extLst>
              <a:ext uri="{FF2B5EF4-FFF2-40B4-BE49-F238E27FC236}">
                <a16:creationId xmlns:a16="http://schemas.microsoft.com/office/drawing/2014/main" id="{5C1D9EB2-4DC5-B196-8018-8A102C7BC992}"/>
              </a:ext>
            </a:extLst>
          </p:cNvPr>
          <p:cNvSpPr>
            <a:spLocks noGrp="1"/>
          </p:cNvSpPr>
          <p:nvPr>
            <p:ph sz="quarter" idx="17"/>
          </p:nvPr>
        </p:nvSpPr>
        <p:spPr>
          <a:xfrm>
            <a:off x="1143001" y="2057398"/>
            <a:ext cx="5035377" cy="5600702"/>
          </a:xfrm>
        </p:spPr>
        <p:txBody>
          <a:bodyPr>
            <a:normAutofit fontScale="85000" lnSpcReduction="20000"/>
          </a:bodyPr>
          <a:lstStyle/>
          <a:p>
            <a:pPr>
              <a:buNone/>
            </a:pPr>
            <a:r>
              <a:rPr lang="en-US" b="1" dirty="0">
                <a:solidFill>
                  <a:schemeClr val="tx2"/>
                </a:solidFill>
              </a:rPr>
              <a:t>1. Data Governance First</a:t>
            </a:r>
          </a:p>
          <a:p>
            <a:pPr marL="0" indent="0">
              <a:buNone/>
            </a:pPr>
            <a:r>
              <a:rPr lang="en-US" dirty="0"/>
              <a:t>Audit data sources (CRM, tickets, KB); classify PII; establish access controls</a:t>
            </a:r>
          </a:p>
          <a:p>
            <a:pPr>
              <a:buNone/>
            </a:pPr>
            <a:endParaRPr lang="en-US" dirty="0"/>
          </a:p>
          <a:p>
            <a:pPr>
              <a:buNone/>
            </a:pPr>
            <a:r>
              <a:rPr lang="en-US" b="1" dirty="0">
                <a:solidFill>
                  <a:schemeClr val="tx2"/>
                </a:solidFill>
              </a:rPr>
              <a:t>2. Model Selection &amp; Validation</a:t>
            </a:r>
          </a:p>
          <a:p>
            <a:pPr marL="0" indent="0">
              <a:buNone/>
            </a:pPr>
            <a:r>
              <a:rPr lang="en-US" dirty="0"/>
              <a:t>Choose LLMs (Claude, Nova, GPT, </a:t>
            </a:r>
            <a:r>
              <a:rPr lang="en-US" dirty="0" err="1"/>
              <a:t>etc</a:t>
            </a:r>
            <a:r>
              <a:rPr lang="en-US" dirty="0"/>
              <a:t>); domain-adapt with prompt engineering</a:t>
            </a:r>
          </a:p>
          <a:p>
            <a:pPr>
              <a:buNone/>
            </a:pPr>
            <a:endParaRPr lang="en-US" dirty="0"/>
          </a:p>
          <a:p>
            <a:pPr>
              <a:buNone/>
            </a:pPr>
            <a:r>
              <a:rPr lang="en-US" b="1" dirty="0">
                <a:solidFill>
                  <a:schemeClr val="tx2"/>
                </a:solidFill>
              </a:rPr>
              <a:t>3. Secure Integration</a:t>
            </a:r>
          </a:p>
          <a:p>
            <a:pPr marL="0" indent="0">
              <a:buNone/>
            </a:pPr>
            <a:r>
              <a:rPr lang="en-US" dirty="0"/>
              <a:t>API/SDK integration into existing stack (Slack, Teams, CRM, ITSM)</a:t>
            </a:r>
          </a:p>
          <a:p>
            <a:pPr>
              <a:buNone/>
            </a:pPr>
            <a:endParaRPr lang="en-US" dirty="0"/>
          </a:p>
          <a:p>
            <a:pPr>
              <a:buNone/>
            </a:pPr>
            <a:r>
              <a:rPr lang="en-US" b="1" dirty="0">
                <a:solidFill>
                  <a:schemeClr val="tx2"/>
                </a:solidFill>
              </a:rPr>
              <a:t>4. Monitor &amp; Optimize</a:t>
            </a:r>
          </a:p>
          <a:p>
            <a:pPr marL="0" indent="0">
              <a:buNone/>
            </a:pPr>
            <a:r>
              <a:rPr lang="en-US" dirty="0"/>
              <a:t>Continuous performance monitoring, feedback loops, and compliance auditing</a:t>
            </a:r>
          </a:p>
        </p:txBody>
      </p:sp>
      <p:pic>
        <p:nvPicPr>
          <p:cNvPr id="5" name="Content Placeholder 9">
            <a:extLst>
              <a:ext uri="{FF2B5EF4-FFF2-40B4-BE49-F238E27FC236}">
                <a16:creationId xmlns:a16="http://schemas.microsoft.com/office/drawing/2014/main" id="{38E0F159-6157-6F6F-F4AE-2C3A2EDAF13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801061" y="1897278"/>
            <a:ext cx="5911850" cy="5600699"/>
          </a:xfrm>
          <a:prstGeom prst="roundRect">
            <a:avLst>
              <a:gd name="adj" fmla="val 3969"/>
            </a:avLst>
          </a:prstGeom>
        </p:spPr>
      </p:pic>
      <p:sp>
        <p:nvSpPr>
          <p:cNvPr id="8" name="Footer Placeholder 4">
            <a:extLst>
              <a:ext uri="{FF2B5EF4-FFF2-40B4-BE49-F238E27FC236}">
                <a16:creationId xmlns:a16="http://schemas.microsoft.com/office/drawing/2014/main" id="{D5129395-F2B9-104A-D1BD-9CD342976FEE}"/>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Tree>
    <p:extLst>
      <p:ext uri="{BB962C8B-B14F-4D97-AF65-F5344CB8AC3E}">
        <p14:creationId xmlns:p14="http://schemas.microsoft.com/office/powerpoint/2010/main" val="138640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9C9F5-EADB-6E99-B293-CE27F9084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EFB6B-35BB-B69E-312A-1BBF8287A544}"/>
              </a:ext>
            </a:extLst>
          </p:cNvPr>
          <p:cNvSpPr>
            <a:spLocks noGrp="1"/>
          </p:cNvSpPr>
          <p:nvPr>
            <p:ph type="title"/>
          </p:nvPr>
        </p:nvSpPr>
        <p:spPr/>
        <p:txBody>
          <a:bodyPr/>
          <a:lstStyle/>
          <a:p>
            <a:r>
              <a:rPr lang="en-US"/>
              <a:t>Risks &amp; Mitigations</a:t>
            </a:r>
          </a:p>
        </p:txBody>
      </p:sp>
      <p:sp>
        <p:nvSpPr>
          <p:cNvPr id="3" name="Slide Number Placeholder 2">
            <a:extLst>
              <a:ext uri="{FF2B5EF4-FFF2-40B4-BE49-F238E27FC236}">
                <a16:creationId xmlns:a16="http://schemas.microsoft.com/office/drawing/2014/main" id="{D793350A-E966-F0A0-4963-F3A868C64C15}"/>
              </a:ext>
            </a:extLst>
          </p:cNvPr>
          <p:cNvSpPr>
            <a:spLocks noGrp="1"/>
          </p:cNvSpPr>
          <p:nvPr>
            <p:ph type="sldNum" sz="quarter" idx="10"/>
          </p:nvPr>
        </p:nvSpPr>
        <p:spPr/>
        <p:txBody>
          <a:bodyPr/>
          <a:lstStyle/>
          <a:p>
            <a:fld id="{690F28F1-749B-6E43-9C6F-A927F429EFEC}" type="slidenum">
              <a:rPr lang="en-US" smtClean="0"/>
              <a:pPr/>
              <a:t>18</a:t>
            </a:fld>
            <a:endParaRPr lang="en-US"/>
          </a:p>
        </p:txBody>
      </p:sp>
      <p:sp>
        <p:nvSpPr>
          <p:cNvPr id="4" name="Date Placeholder 3">
            <a:extLst>
              <a:ext uri="{FF2B5EF4-FFF2-40B4-BE49-F238E27FC236}">
                <a16:creationId xmlns:a16="http://schemas.microsoft.com/office/drawing/2014/main" id="{B41E3D98-25EE-A6BF-4DBA-801422F379A2}"/>
              </a:ext>
            </a:extLst>
          </p:cNvPr>
          <p:cNvSpPr>
            <a:spLocks noGrp="1"/>
          </p:cNvSpPr>
          <p:nvPr>
            <p:ph type="dt" sz="half" idx="11"/>
          </p:nvPr>
        </p:nvSpPr>
        <p:spPr/>
        <p:txBody>
          <a:bodyPr/>
          <a:lstStyle/>
          <a:p>
            <a:r>
              <a:rPr lang="en-US"/>
              <a:t>2025</a:t>
            </a:r>
          </a:p>
        </p:txBody>
      </p:sp>
      <p:sp>
        <p:nvSpPr>
          <p:cNvPr id="6" name="Text Placeholder 5">
            <a:extLst>
              <a:ext uri="{FF2B5EF4-FFF2-40B4-BE49-F238E27FC236}">
                <a16:creationId xmlns:a16="http://schemas.microsoft.com/office/drawing/2014/main" id="{1AFF2F6E-AF7E-24EE-67CA-4CB49629AFBA}"/>
              </a:ext>
            </a:extLst>
          </p:cNvPr>
          <p:cNvSpPr>
            <a:spLocks noGrp="1"/>
          </p:cNvSpPr>
          <p:nvPr>
            <p:ph type="body" sz="quarter" idx="14"/>
          </p:nvPr>
        </p:nvSpPr>
        <p:spPr/>
        <p:txBody>
          <a:bodyPr/>
          <a:lstStyle/>
          <a:p>
            <a:r>
              <a:rPr lang="en-US">
                <a:solidFill>
                  <a:schemeClr val="tx2"/>
                </a:solidFill>
              </a:rPr>
              <a:t>GOVERNING AGENCY</a:t>
            </a:r>
          </a:p>
        </p:txBody>
      </p:sp>
      <p:sp>
        <p:nvSpPr>
          <p:cNvPr id="7" name="Content Placeholder 6">
            <a:extLst>
              <a:ext uri="{FF2B5EF4-FFF2-40B4-BE49-F238E27FC236}">
                <a16:creationId xmlns:a16="http://schemas.microsoft.com/office/drawing/2014/main" id="{C0CCF07C-9113-D3F1-0A62-7DF26E2CD06D}"/>
              </a:ext>
            </a:extLst>
          </p:cNvPr>
          <p:cNvSpPr>
            <a:spLocks noGrp="1"/>
          </p:cNvSpPr>
          <p:nvPr>
            <p:ph sz="quarter" idx="16"/>
          </p:nvPr>
        </p:nvSpPr>
        <p:spPr/>
        <p:txBody>
          <a:bodyPr/>
          <a:lstStyle/>
          <a:p>
            <a:pPr>
              <a:buNone/>
            </a:pPr>
            <a:r>
              <a:rPr lang="en-US">
                <a:solidFill>
                  <a:schemeClr val="bg2"/>
                </a:solidFill>
              </a:rPr>
              <a:t>Key risks to address during planning and procurement:</a:t>
            </a:r>
          </a:p>
        </p:txBody>
      </p:sp>
      <p:sp>
        <p:nvSpPr>
          <p:cNvPr id="5" name="Content Placeholder 15">
            <a:extLst>
              <a:ext uri="{FF2B5EF4-FFF2-40B4-BE49-F238E27FC236}">
                <a16:creationId xmlns:a16="http://schemas.microsoft.com/office/drawing/2014/main" id="{6B4F69E7-4991-7083-6107-3AB5782AE25F}"/>
              </a:ext>
            </a:extLst>
          </p:cNvPr>
          <p:cNvSpPr txBox="1">
            <a:spLocks/>
          </p:cNvSpPr>
          <p:nvPr/>
        </p:nvSpPr>
        <p:spPr>
          <a:xfrm>
            <a:off x="1427975" y="2819367"/>
            <a:ext cx="5335547" cy="4581591"/>
          </a:xfrm>
          <a:prstGeom prst="roundRect">
            <a:avLst>
              <a:gd name="adj" fmla="val 6525"/>
            </a:avLst>
          </a:prstGeom>
          <a:ln w="19050">
            <a:solidFill>
              <a:schemeClr val="accent3">
                <a:lumMod val="60000"/>
                <a:lumOff val="40000"/>
              </a:schemeClr>
            </a:solidFill>
          </a:ln>
        </p:spPr>
        <p:txBody>
          <a:bodyPr vert="horz" lIns="182880" tIns="0" rIns="685800" bIns="182880" rtlCol="0" anchor="b">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tx2"/>
                </a:solidFill>
              </a:rPr>
              <a:t>Risks</a:t>
            </a:r>
          </a:p>
          <a:p>
            <a:r>
              <a:rPr lang="en-US"/>
              <a:t>AI hallucinations spread misinformation</a:t>
            </a:r>
          </a:p>
          <a:p>
            <a:r>
              <a:rPr lang="en-US"/>
              <a:t>PII exposure through unguarded prompts</a:t>
            </a:r>
          </a:p>
          <a:p>
            <a:r>
              <a:rPr lang="en-US"/>
              <a:t>Regulatory non-compliance (GDPR, HIPAA)</a:t>
            </a:r>
          </a:p>
          <a:p>
            <a:r>
              <a:rPr lang="en-US"/>
              <a:t>Customer resistance to AI interactions</a:t>
            </a:r>
          </a:p>
        </p:txBody>
      </p:sp>
      <p:sp>
        <p:nvSpPr>
          <p:cNvPr id="12" name="Content Placeholder 15">
            <a:extLst>
              <a:ext uri="{FF2B5EF4-FFF2-40B4-BE49-F238E27FC236}">
                <a16:creationId xmlns:a16="http://schemas.microsoft.com/office/drawing/2014/main" id="{8B824B99-F44C-8F71-B924-E2E4E524BA74}"/>
              </a:ext>
            </a:extLst>
          </p:cNvPr>
          <p:cNvSpPr txBox="1">
            <a:spLocks/>
          </p:cNvSpPr>
          <p:nvPr/>
        </p:nvSpPr>
        <p:spPr>
          <a:xfrm>
            <a:off x="7968818" y="2817370"/>
            <a:ext cx="5335547" cy="4581591"/>
          </a:xfrm>
          <a:prstGeom prst="roundRect">
            <a:avLst>
              <a:gd name="adj" fmla="val 6525"/>
            </a:avLst>
          </a:prstGeom>
          <a:ln w="19050">
            <a:solidFill>
              <a:schemeClr val="accent3">
                <a:lumMod val="60000"/>
                <a:lumOff val="40000"/>
              </a:schemeClr>
            </a:solidFill>
          </a:ln>
        </p:spPr>
        <p:txBody>
          <a:bodyPr vert="horz" lIns="182880" tIns="0" rIns="685800" bIns="182880" rtlCol="0" anchor="b">
            <a:no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tx2"/>
                </a:solidFill>
              </a:rPr>
              <a:t>Mitigations</a:t>
            </a:r>
          </a:p>
          <a:p>
            <a:r>
              <a:rPr lang="en-US"/>
              <a:t>Validation protocols + human-in-the-loop</a:t>
            </a:r>
          </a:p>
          <a:p>
            <a:r>
              <a:rPr lang="en-US"/>
              <a:t>Data masking, access controls, DLP policies</a:t>
            </a:r>
          </a:p>
          <a:p>
            <a:r>
              <a:rPr lang="en-US"/>
              <a:t>Full audit trails and interpretable AI outputs</a:t>
            </a:r>
          </a:p>
          <a:p>
            <a:r>
              <a:rPr lang="en-US"/>
              <a:t>Transparent AI disclosure + easy human handoff</a:t>
            </a:r>
          </a:p>
        </p:txBody>
      </p:sp>
      <p:sp>
        <p:nvSpPr>
          <p:cNvPr id="14" name="Right Arrow 13">
            <a:extLst>
              <a:ext uri="{FF2B5EF4-FFF2-40B4-BE49-F238E27FC236}">
                <a16:creationId xmlns:a16="http://schemas.microsoft.com/office/drawing/2014/main" id="{8979254B-9543-1DBF-4A9D-E04A80842388}"/>
              </a:ext>
            </a:extLst>
          </p:cNvPr>
          <p:cNvSpPr/>
          <p:nvPr/>
        </p:nvSpPr>
        <p:spPr>
          <a:xfrm>
            <a:off x="6870980" y="4579495"/>
            <a:ext cx="978408" cy="284813"/>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15" name="Right Arrow 14">
            <a:extLst>
              <a:ext uri="{FF2B5EF4-FFF2-40B4-BE49-F238E27FC236}">
                <a16:creationId xmlns:a16="http://schemas.microsoft.com/office/drawing/2014/main" id="{19471BEB-A560-9979-79A7-D228B75ADFFC}"/>
              </a:ext>
            </a:extLst>
          </p:cNvPr>
          <p:cNvSpPr/>
          <p:nvPr/>
        </p:nvSpPr>
        <p:spPr>
          <a:xfrm>
            <a:off x="6870980" y="3726611"/>
            <a:ext cx="978408" cy="284813"/>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16" name="Right Arrow 15">
            <a:extLst>
              <a:ext uri="{FF2B5EF4-FFF2-40B4-BE49-F238E27FC236}">
                <a16:creationId xmlns:a16="http://schemas.microsoft.com/office/drawing/2014/main" id="{E3103CEB-FAA9-634E-01A1-0E69442FDC52}"/>
              </a:ext>
            </a:extLst>
          </p:cNvPr>
          <p:cNvSpPr/>
          <p:nvPr/>
        </p:nvSpPr>
        <p:spPr>
          <a:xfrm>
            <a:off x="6870980" y="5513179"/>
            <a:ext cx="978408" cy="284813"/>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
        <p:nvSpPr>
          <p:cNvPr id="17" name="Right Arrow 16">
            <a:extLst>
              <a:ext uri="{FF2B5EF4-FFF2-40B4-BE49-F238E27FC236}">
                <a16:creationId xmlns:a16="http://schemas.microsoft.com/office/drawing/2014/main" id="{98EB73FB-500E-6323-9B40-57DD053448E5}"/>
              </a:ext>
            </a:extLst>
          </p:cNvPr>
          <p:cNvSpPr/>
          <p:nvPr/>
        </p:nvSpPr>
        <p:spPr>
          <a:xfrm>
            <a:off x="6888472" y="6405094"/>
            <a:ext cx="978408" cy="284813"/>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2"/>
              </a:solidFill>
            </a:endParaRPr>
          </a:p>
        </p:txBody>
      </p:sp>
    </p:spTree>
    <p:extLst>
      <p:ext uri="{BB962C8B-B14F-4D97-AF65-F5344CB8AC3E}">
        <p14:creationId xmlns:p14="http://schemas.microsoft.com/office/powerpoint/2010/main" val="317328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6EB90-D0AE-CDFE-FD13-7545943DD58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257CC67-EEA2-3263-7C14-E1C240BA5E4E}"/>
              </a:ext>
            </a:extLst>
          </p:cNvPr>
          <p:cNvSpPr>
            <a:spLocks noGrp="1"/>
          </p:cNvSpPr>
          <p:nvPr>
            <p:ph type="dt" sz="half" idx="10"/>
          </p:nvPr>
        </p:nvSpPr>
        <p:spPr/>
        <p:txBody>
          <a:bodyPr/>
          <a:lstStyle/>
          <a:p>
            <a:r>
              <a:rPr lang="en-US"/>
              <a:t>2026</a:t>
            </a:r>
          </a:p>
        </p:txBody>
      </p:sp>
      <p:sp>
        <p:nvSpPr>
          <p:cNvPr id="5" name="Footer Placeholder 4">
            <a:extLst>
              <a:ext uri="{FF2B5EF4-FFF2-40B4-BE49-F238E27FC236}">
                <a16:creationId xmlns:a16="http://schemas.microsoft.com/office/drawing/2014/main" id="{DE1FBA57-F492-C4B3-E939-7BDB98386675}"/>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640D2EBC-0936-1DFD-2A85-B53160230327}"/>
              </a:ext>
            </a:extLst>
          </p:cNvPr>
          <p:cNvSpPr>
            <a:spLocks noGrp="1"/>
          </p:cNvSpPr>
          <p:nvPr>
            <p:ph type="sldNum" sz="quarter" idx="12"/>
          </p:nvPr>
        </p:nvSpPr>
        <p:spPr/>
        <p:txBody>
          <a:bodyPr/>
          <a:lstStyle/>
          <a:p>
            <a:fld id="{6D5B234C-F1E4-AE48-A29C-AA83DF36EEB3}" type="slidenum">
              <a:rPr lang="en-US" smtClean="0"/>
              <a:t>19</a:t>
            </a:fld>
            <a:endParaRPr lang="en-US"/>
          </a:p>
        </p:txBody>
      </p:sp>
      <p:sp>
        <p:nvSpPr>
          <p:cNvPr id="14" name="Title 1">
            <a:extLst>
              <a:ext uri="{FF2B5EF4-FFF2-40B4-BE49-F238E27FC236}">
                <a16:creationId xmlns:a16="http://schemas.microsoft.com/office/drawing/2014/main" id="{2162F684-B100-B417-2EAD-D6126F2E82E6}"/>
              </a:ext>
            </a:extLst>
          </p:cNvPr>
          <p:cNvSpPr>
            <a:spLocks noGrp="1"/>
          </p:cNvSpPr>
          <p:nvPr>
            <p:ph type="title"/>
          </p:nvPr>
        </p:nvSpPr>
        <p:spPr>
          <a:xfrm>
            <a:off x="1288647" y="2893101"/>
            <a:ext cx="7936751" cy="2961723"/>
          </a:xfrm>
        </p:spPr>
        <p:txBody>
          <a:bodyPr>
            <a:normAutofit/>
          </a:bodyPr>
          <a:lstStyle/>
          <a:p>
            <a:r>
              <a:rPr lang="en-US" sz="6000"/>
              <a:t>Architectures and Strategies for Governance</a:t>
            </a:r>
          </a:p>
        </p:txBody>
      </p:sp>
      <p:pic>
        <p:nvPicPr>
          <p:cNvPr id="15" name="Picture 14">
            <a:extLst>
              <a:ext uri="{FF2B5EF4-FFF2-40B4-BE49-F238E27FC236}">
                <a16:creationId xmlns:a16="http://schemas.microsoft.com/office/drawing/2014/main" id="{50B22A71-220E-8505-6590-7C0822FBE682}"/>
              </a:ext>
            </a:extLst>
          </p:cNvPr>
          <p:cNvPicPr>
            <a:picLocks/>
          </p:cNvPicPr>
          <p:nvPr/>
        </p:nvPicPr>
        <p:blipFill>
          <a:blip r:embed="rId2">
            <a:alphaModFix/>
          </a:blip>
          <a:srcRect l="8781" t="6896" r="22939" b="35147"/>
          <a:stretch>
            <a:fillRect/>
          </a:stretch>
        </p:blipFill>
        <p:spPr>
          <a:xfrm>
            <a:off x="7201404" y="1199199"/>
            <a:ext cx="7441188" cy="7049811"/>
          </a:xfrm>
          <a:prstGeom prst="rect">
            <a:avLst/>
          </a:prstGeom>
        </p:spPr>
      </p:pic>
      <p:pic>
        <p:nvPicPr>
          <p:cNvPr id="16" name="Picture 15">
            <a:extLst>
              <a:ext uri="{FF2B5EF4-FFF2-40B4-BE49-F238E27FC236}">
                <a16:creationId xmlns:a16="http://schemas.microsoft.com/office/drawing/2014/main" id="{E3483E19-9CBD-D605-D524-D90B697A65BF}"/>
              </a:ext>
            </a:extLst>
          </p:cNvPr>
          <p:cNvPicPr>
            <a:picLocks noChangeAspect="1"/>
          </p:cNvPicPr>
          <p:nvPr/>
        </p:nvPicPr>
        <p:blipFill>
          <a:blip r:embed="rId3"/>
          <a:srcRect l="8367" t="-1" b="17837"/>
          <a:stretch>
            <a:fillRect/>
          </a:stretch>
        </p:blipFill>
        <p:spPr>
          <a:xfrm flipH="1">
            <a:off x="7714188" y="1770380"/>
            <a:ext cx="6928404" cy="3594100"/>
          </a:xfrm>
          <a:prstGeom prst="rect">
            <a:avLst/>
          </a:prstGeom>
        </p:spPr>
      </p:pic>
    </p:spTree>
    <p:extLst>
      <p:ext uri="{BB962C8B-B14F-4D97-AF65-F5344CB8AC3E}">
        <p14:creationId xmlns:p14="http://schemas.microsoft.com/office/powerpoint/2010/main" val="2164627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E8C19-BB3C-97D0-A471-2A673D33E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F12DA-105A-70D0-BEB4-3516BF89C2C1}"/>
              </a:ext>
            </a:extLst>
          </p:cNvPr>
          <p:cNvSpPr>
            <a:spLocks noGrp="1"/>
          </p:cNvSpPr>
          <p:nvPr>
            <p:ph type="title"/>
          </p:nvPr>
        </p:nvSpPr>
        <p:spPr/>
        <p:txBody>
          <a:bodyPr/>
          <a:lstStyle/>
          <a:p>
            <a:r>
              <a:rPr lang="en-US"/>
              <a:t>Core Capabilities for the Enterprise</a:t>
            </a:r>
          </a:p>
        </p:txBody>
      </p:sp>
      <p:sp>
        <p:nvSpPr>
          <p:cNvPr id="3" name="Slide Number Placeholder 2">
            <a:extLst>
              <a:ext uri="{FF2B5EF4-FFF2-40B4-BE49-F238E27FC236}">
                <a16:creationId xmlns:a16="http://schemas.microsoft.com/office/drawing/2014/main" id="{BD0676EA-B57C-2E15-95DF-EE2813C53E91}"/>
              </a:ext>
            </a:extLst>
          </p:cNvPr>
          <p:cNvSpPr>
            <a:spLocks noGrp="1"/>
          </p:cNvSpPr>
          <p:nvPr>
            <p:ph type="sldNum" sz="quarter" idx="10"/>
          </p:nvPr>
        </p:nvSpPr>
        <p:spPr/>
        <p:txBody>
          <a:bodyPr/>
          <a:lstStyle/>
          <a:p>
            <a:fld id="{690F28F1-749B-6E43-9C6F-A927F429EFEC}" type="slidenum">
              <a:rPr lang="en-US" smtClean="0"/>
              <a:pPr/>
              <a:t>20</a:t>
            </a:fld>
            <a:endParaRPr lang="en-US"/>
          </a:p>
        </p:txBody>
      </p:sp>
      <p:sp>
        <p:nvSpPr>
          <p:cNvPr id="4" name="Date Placeholder 3">
            <a:extLst>
              <a:ext uri="{FF2B5EF4-FFF2-40B4-BE49-F238E27FC236}">
                <a16:creationId xmlns:a16="http://schemas.microsoft.com/office/drawing/2014/main" id="{2E11AE1A-8243-3341-DAB4-3233864D1973}"/>
              </a:ext>
            </a:extLst>
          </p:cNvPr>
          <p:cNvSpPr>
            <a:spLocks noGrp="1"/>
          </p:cNvSpPr>
          <p:nvPr>
            <p:ph type="dt" sz="half" idx="11"/>
          </p:nvPr>
        </p:nvSpPr>
        <p:spPr/>
        <p:txBody>
          <a:bodyPr/>
          <a:lstStyle/>
          <a:p>
            <a:r>
              <a:rPr lang="en-US"/>
              <a:t>2025</a:t>
            </a:r>
          </a:p>
        </p:txBody>
      </p:sp>
      <p:sp>
        <p:nvSpPr>
          <p:cNvPr id="6" name="Text Placeholder 5">
            <a:extLst>
              <a:ext uri="{FF2B5EF4-FFF2-40B4-BE49-F238E27FC236}">
                <a16:creationId xmlns:a16="http://schemas.microsoft.com/office/drawing/2014/main" id="{562BA57A-C32D-6095-9EE8-2358B7ED7BC4}"/>
              </a:ext>
            </a:extLst>
          </p:cNvPr>
          <p:cNvSpPr>
            <a:spLocks noGrp="1"/>
          </p:cNvSpPr>
          <p:nvPr>
            <p:ph type="body" sz="quarter" idx="14"/>
          </p:nvPr>
        </p:nvSpPr>
        <p:spPr/>
        <p:txBody>
          <a:bodyPr/>
          <a:lstStyle/>
          <a:p>
            <a:r>
              <a:rPr lang="en-US">
                <a:solidFill>
                  <a:schemeClr val="tx2"/>
                </a:solidFill>
              </a:rPr>
              <a:t>GOVERNING AGENCY</a:t>
            </a:r>
          </a:p>
        </p:txBody>
      </p:sp>
      <p:sp>
        <p:nvSpPr>
          <p:cNvPr id="7" name="Content Placeholder 6">
            <a:extLst>
              <a:ext uri="{FF2B5EF4-FFF2-40B4-BE49-F238E27FC236}">
                <a16:creationId xmlns:a16="http://schemas.microsoft.com/office/drawing/2014/main" id="{19711E6A-5809-9571-CD7A-61A3B1D7BD7C}"/>
              </a:ext>
            </a:extLst>
          </p:cNvPr>
          <p:cNvSpPr>
            <a:spLocks noGrp="1"/>
          </p:cNvSpPr>
          <p:nvPr>
            <p:ph sz="quarter" idx="16"/>
          </p:nvPr>
        </p:nvSpPr>
        <p:spPr>
          <a:xfrm>
            <a:off x="1128781" y="2188060"/>
            <a:ext cx="12452350" cy="833437"/>
          </a:xfrm>
        </p:spPr>
        <p:txBody>
          <a:bodyPr/>
          <a:lstStyle/>
          <a:p>
            <a:pPr>
              <a:buNone/>
            </a:pPr>
            <a:r>
              <a:rPr lang="en-US">
                <a:solidFill>
                  <a:schemeClr val="bg2"/>
                </a:solidFill>
              </a:rPr>
              <a:t>What AI agents bring to your IT stack that internal and external users are asking for:</a:t>
            </a:r>
          </a:p>
        </p:txBody>
      </p:sp>
      <p:sp>
        <p:nvSpPr>
          <p:cNvPr id="8" name="Content Placeholder 7">
            <a:extLst>
              <a:ext uri="{FF2B5EF4-FFF2-40B4-BE49-F238E27FC236}">
                <a16:creationId xmlns:a16="http://schemas.microsoft.com/office/drawing/2014/main" id="{131E7283-126D-EC40-874D-990273AF8319}"/>
              </a:ext>
            </a:extLst>
          </p:cNvPr>
          <p:cNvSpPr>
            <a:spLocks noGrp="1"/>
          </p:cNvSpPr>
          <p:nvPr>
            <p:ph sz="quarter" idx="17"/>
          </p:nvPr>
        </p:nvSpPr>
        <p:spPr>
          <a:xfrm>
            <a:off x="1182755" y="3021497"/>
            <a:ext cx="5905500" cy="4457700"/>
          </a:xfrm>
        </p:spPr>
        <p:txBody>
          <a:bodyPr>
            <a:normAutofit fontScale="92500" lnSpcReduction="20000"/>
          </a:bodyPr>
          <a:lstStyle/>
          <a:p>
            <a:pPr>
              <a:buNone/>
            </a:pPr>
            <a:r>
              <a:rPr lang="en-US" b="1">
                <a:solidFill>
                  <a:schemeClr val="tx2"/>
                </a:solidFill>
              </a:rPr>
              <a:t>NLP &amp; Intent Recognition</a:t>
            </a:r>
          </a:p>
          <a:p>
            <a:pPr marL="0" indent="0">
              <a:buNone/>
            </a:pPr>
            <a:r>
              <a:rPr lang="en-US"/>
              <a:t>Route queries to the right team automatically</a:t>
            </a:r>
          </a:p>
          <a:p>
            <a:pPr>
              <a:buNone/>
            </a:pPr>
            <a:endParaRPr lang="en-US"/>
          </a:p>
          <a:p>
            <a:pPr>
              <a:buNone/>
            </a:pPr>
            <a:r>
              <a:rPr lang="en-US" b="1">
                <a:solidFill>
                  <a:schemeClr val="tx2"/>
                </a:solidFill>
              </a:rPr>
              <a:t>Sentiment &amp; Risk Detection</a:t>
            </a:r>
          </a:p>
          <a:p>
            <a:pPr marL="0" indent="0">
              <a:buNone/>
            </a:pPr>
            <a:r>
              <a:rPr lang="en-US"/>
              <a:t>Flag churn risk and escalate critical issues and provide context and recommendations</a:t>
            </a:r>
          </a:p>
          <a:p>
            <a:pPr>
              <a:buNone/>
            </a:pPr>
            <a:endParaRPr lang="en-US"/>
          </a:p>
          <a:p>
            <a:pPr>
              <a:buNone/>
            </a:pPr>
            <a:r>
              <a:rPr lang="en-US" b="1">
                <a:solidFill>
                  <a:schemeClr val="tx2"/>
                </a:solidFill>
              </a:rPr>
              <a:t>Predictive Analytics</a:t>
            </a:r>
          </a:p>
          <a:p>
            <a:pPr marL="0" indent="0">
              <a:buNone/>
            </a:pPr>
            <a:r>
              <a:rPr lang="en-US"/>
              <a:t>Forecast demand and allocate resources</a:t>
            </a:r>
          </a:p>
        </p:txBody>
      </p:sp>
      <p:sp>
        <p:nvSpPr>
          <p:cNvPr id="9" name="Content Placeholder 8">
            <a:extLst>
              <a:ext uri="{FF2B5EF4-FFF2-40B4-BE49-F238E27FC236}">
                <a16:creationId xmlns:a16="http://schemas.microsoft.com/office/drawing/2014/main" id="{E2926EDB-9552-2624-6BBF-D1AFC75F2FC3}"/>
              </a:ext>
            </a:extLst>
          </p:cNvPr>
          <p:cNvSpPr>
            <a:spLocks noGrp="1"/>
          </p:cNvSpPr>
          <p:nvPr>
            <p:ph sz="quarter" idx="18"/>
          </p:nvPr>
        </p:nvSpPr>
        <p:spPr>
          <a:xfrm>
            <a:off x="7726431" y="3021497"/>
            <a:ext cx="6124479" cy="4457700"/>
          </a:xfrm>
        </p:spPr>
        <p:txBody>
          <a:bodyPr>
            <a:normAutofit fontScale="92500" lnSpcReduction="20000"/>
          </a:bodyPr>
          <a:lstStyle/>
          <a:p>
            <a:pPr>
              <a:buNone/>
            </a:pPr>
            <a:r>
              <a:rPr lang="en-US" b="1">
                <a:solidFill>
                  <a:schemeClr val="tx2"/>
                </a:solidFill>
              </a:rPr>
              <a:t>Automated Ticketing &amp; Triage</a:t>
            </a:r>
          </a:p>
          <a:p>
            <a:pPr marL="0" indent="0">
              <a:buNone/>
            </a:pPr>
            <a:r>
              <a:rPr lang="en-US"/>
              <a:t>Create, classify, and assign tickets in seconds</a:t>
            </a:r>
          </a:p>
          <a:p>
            <a:pPr>
              <a:buNone/>
            </a:pPr>
            <a:endParaRPr lang="en-US"/>
          </a:p>
          <a:p>
            <a:pPr>
              <a:buNone/>
            </a:pPr>
            <a:r>
              <a:rPr lang="en-US" b="1">
                <a:solidFill>
                  <a:schemeClr val="tx2"/>
                </a:solidFill>
              </a:rPr>
              <a:t>Knowledge Base Automation</a:t>
            </a:r>
          </a:p>
          <a:p>
            <a:pPr marL="0" indent="0">
              <a:buNone/>
            </a:pPr>
            <a:r>
              <a:rPr lang="en-US"/>
              <a:t>Self-updating, governed content delivery for data retrieval and document generation</a:t>
            </a:r>
          </a:p>
          <a:p>
            <a:pPr>
              <a:buNone/>
            </a:pPr>
            <a:endParaRPr lang="en-US"/>
          </a:p>
          <a:p>
            <a:pPr>
              <a:buNone/>
            </a:pPr>
            <a:r>
              <a:rPr lang="en-US" b="1">
                <a:solidFill>
                  <a:schemeClr val="tx2"/>
                </a:solidFill>
              </a:rPr>
              <a:t>Fraud &amp; Anomaly Detection</a:t>
            </a:r>
          </a:p>
          <a:p>
            <a:pPr marL="0" indent="0">
              <a:buNone/>
            </a:pPr>
            <a:r>
              <a:rPr lang="en-US"/>
              <a:t>Monitor transactions for suspicious patterns, and automate actions</a:t>
            </a:r>
          </a:p>
        </p:txBody>
      </p:sp>
      <p:sp>
        <p:nvSpPr>
          <p:cNvPr id="5" name="Footer Placeholder 4">
            <a:extLst>
              <a:ext uri="{FF2B5EF4-FFF2-40B4-BE49-F238E27FC236}">
                <a16:creationId xmlns:a16="http://schemas.microsoft.com/office/drawing/2014/main" id="{185FA336-EF5B-B5E7-56A0-ED12A336C433}"/>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Tree>
    <p:extLst>
      <p:ext uri="{BB962C8B-B14F-4D97-AF65-F5344CB8AC3E}">
        <p14:creationId xmlns:p14="http://schemas.microsoft.com/office/powerpoint/2010/main" val="1188168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0BEFC-43BF-4F15-4804-369AE21AF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7B7CA-C3B4-792C-A894-738D0A540589}"/>
              </a:ext>
            </a:extLst>
          </p:cNvPr>
          <p:cNvSpPr>
            <a:spLocks noGrp="1"/>
          </p:cNvSpPr>
          <p:nvPr>
            <p:ph type="title"/>
          </p:nvPr>
        </p:nvSpPr>
        <p:spPr/>
        <p:txBody>
          <a:bodyPr/>
          <a:lstStyle/>
          <a:p>
            <a:r>
              <a:rPr lang="en-US"/>
              <a:t>How AI Agents Operate in Your Stack</a:t>
            </a:r>
          </a:p>
        </p:txBody>
      </p:sp>
      <p:sp>
        <p:nvSpPr>
          <p:cNvPr id="3" name="Slide Number Placeholder 2">
            <a:extLst>
              <a:ext uri="{FF2B5EF4-FFF2-40B4-BE49-F238E27FC236}">
                <a16:creationId xmlns:a16="http://schemas.microsoft.com/office/drawing/2014/main" id="{F6837AD4-BDFA-AC0E-61A1-C0A514F2E010}"/>
              </a:ext>
            </a:extLst>
          </p:cNvPr>
          <p:cNvSpPr>
            <a:spLocks noGrp="1"/>
          </p:cNvSpPr>
          <p:nvPr>
            <p:ph type="sldNum" sz="quarter" idx="10"/>
          </p:nvPr>
        </p:nvSpPr>
        <p:spPr/>
        <p:txBody>
          <a:bodyPr/>
          <a:lstStyle/>
          <a:p>
            <a:fld id="{690F28F1-749B-6E43-9C6F-A927F429EFEC}" type="slidenum">
              <a:rPr lang="en-US" smtClean="0"/>
              <a:pPr/>
              <a:t>21</a:t>
            </a:fld>
            <a:endParaRPr lang="en-US"/>
          </a:p>
        </p:txBody>
      </p:sp>
      <p:sp>
        <p:nvSpPr>
          <p:cNvPr id="4" name="Date Placeholder 3">
            <a:extLst>
              <a:ext uri="{FF2B5EF4-FFF2-40B4-BE49-F238E27FC236}">
                <a16:creationId xmlns:a16="http://schemas.microsoft.com/office/drawing/2014/main" id="{CCB917E9-E516-D2AD-4ACA-EAAB5B5C1207}"/>
              </a:ext>
            </a:extLst>
          </p:cNvPr>
          <p:cNvSpPr>
            <a:spLocks noGrp="1"/>
          </p:cNvSpPr>
          <p:nvPr>
            <p:ph type="dt" sz="half" idx="11"/>
          </p:nvPr>
        </p:nvSpPr>
        <p:spPr/>
        <p:txBody>
          <a:bodyPr/>
          <a:lstStyle/>
          <a:p>
            <a:r>
              <a:rPr lang="en-US"/>
              <a:t>2025</a:t>
            </a:r>
          </a:p>
        </p:txBody>
      </p:sp>
      <p:sp>
        <p:nvSpPr>
          <p:cNvPr id="6" name="Text Placeholder 5">
            <a:extLst>
              <a:ext uri="{FF2B5EF4-FFF2-40B4-BE49-F238E27FC236}">
                <a16:creationId xmlns:a16="http://schemas.microsoft.com/office/drawing/2014/main" id="{A4652F5E-A60A-E358-DB42-8D2FBBB0249D}"/>
              </a:ext>
            </a:extLst>
          </p:cNvPr>
          <p:cNvSpPr>
            <a:spLocks noGrp="1"/>
          </p:cNvSpPr>
          <p:nvPr>
            <p:ph type="body" sz="quarter" idx="14"/>
          </p:nvPr>
        </p:nvSpPr>
        <p:spPr/>
        <p:txBody>
          <a:bodyPr/>
          <a:lstStyle/>
          <a:p>
            <a:r>
              <a:rPr lang="en-US" b="1">
                <a:solidFill>
                  <a:schemeClr val="tx2"/>
                </a:solidFill>
              </a:rPr>
              <a:t>GOVERNING AGENCY</a:t>
            </a:r>
          </a:p>
        </p:txBody>
      </p:sp>
      <p:sp>
        <p:nvSpPr>
          <p:cNvPr id="7" name="Content Placeholder 6">
            <a:extLst>
              <a:ext uri="{FF2B5EF4-FFF2-40B4-BE49-F238E27FC236}">
                <a16:creationId xmlns:a16="http://schemas.microsoft.com/office/drawing/2014/main" id="{B804BEFE-1658-0BD0-E5A8-2E53878136FD}"/>
              </a:ext>
            </a:extLst>
          </p:cNvPr>
          <p:cNvSpPr>
            <a:spLocks noGrp="1"/>
          </p:cNvSpPr>
          <p:nvPr>
            <p:ph sz="quarter" idx="17"/>
          </p:nvPr>
        </p:nvSpPr>
        <p:spPr>
          <a:xfrm>
            <a:off x="2521809" y="2297006"/>
            <a:ext cx="11263182" cy="3960343"/>
          </a:xfrm>
        </p:spPr>
        <p:txBody>
          <a:bodyPr>
            <a:normAutofit lnSpcReduction="10000"/>
          </a:bodyPr>
          <a:lstStyle/>
          <a:p>
            <a:pPr marL="0" indent="0">
              <a:buNone/>
            </a:pPr>
            <a:r>
              <a:rPr lang="en-US" b="1">
                <a:solidFill>
                  <a:schemeClr val="tx2"/>
                </a:solidFill>
              </a:rPr>
              <a:t>Ingest:  </a:t>
            </a:r>
            <a:r>
              <a:rPr lang="en-US"/>
              <a:t>data via databases, email, chat, voice, or API/MCP</a:t>
            </a:r>
          </a:p>
          <a:p>
            <a:pPr marL="0" indent="0">
              <a:buNone/>
            </a:pPr>
            <a:endParaRPr lang="en-US"/>
          </a:p>
          <a:p>
            <a:pPr marL="0" indent="0">
              <a:buNone/>
            </a:pPr>
            <a:r>
              <a:rPr lang="en-US" b="1">
                <a:solidFill>
                  <a:schemeClr val="tx2"/>
                </a:solidFill>
              </a:rPr>
              <a:t>Analyze:  </a:t>
            </a:r>
            <a:r>
              <a:rPr lang="en-US"/>
              <a:t>Natural Language Processing parses intent; pulls context from CRM, KB, and logs</a:t>
            </a:r>
          </a:p>
          <a:p>
            <a:pPr marL="0" indent="0">
              <a:buNone/>
            </a:pPr>
            <a:endParaRPr lang="en-US" b="1">
              <a:solidFill>
                <a:schemeClr val="tx2"/>
              </a:solidFill>
            </a:endParaRPr>
          </a:p>
          <a:p>
            <a:pPr marL="0" indent="0">
              <a:buNone/>
            </a:pPr>
            <a:r>
              <a:rPr lang="en-US" b="1">
                <a:solidFill>
                  <a:schemeClr val="tx2"/>
                </a:solidFill>
              </a:rPr>
              <a:t>Respond :  </a:t>
            </a:r>
            <a:r>
              <a:rPr lang="en-US"/>
              <a:t>Auto-resolves or escalates to human agents with full context</a:t>
            </a:r>
          </a:p>
          <a:p>
            <a:pPr marL="0" indent="0">
              <a:buNone/>
            </a:pPr>
            <a:endParaRPr lang="en-US"/>
          </a:p>
          <a:p>
            <a:pPr marL="0" indent="0">
              <a:buNone/>
            </a:pPr>
            <a:r>
              <a:rPr lang="en-US" b="1">
                <a:solidFill>
                  <a:schemeClr val="tx2"/>
                </a:solidFill>
              </a:rPr>
              <a:t>Learn:   </a:t>
            </a:r>
            <a:r>
              <a:rPr lang="en-US"/>
              <a:t>Feedback loop refines accuracy; audit trail for compliance</a:t>
            </a:r>
          </a:p>
        </p:txBody>
      </p:sp>
      <p:pic>
        <p:nvPicPr>
          <p:cNvPr id="8" name="Graphic 7">
            <a:extLst>
              <a:ext uri="{FF2B5EF4-FFF2-40B4-BE49-F238E27FC236}">
                <a16:creationId xmlns:a16="http://schemas.microsoft.com/office/drawing/2014/main" id="{EBBD553F-92C1-8C86-613B-122AC77716D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80716" y="2161061"/>
            <a:ext cx="621792" cy="621792"/>
          </a:xfrm>
          <a:prstGeom prst="rect">
            <a:avLst/>
          </a:prstGeom>
        </p:spPr>
      </p:pic>
      <p:pic>
        <p:nvPicPr>
          <p:cNvPr id="9" name="Graphic 8">
            <a:extLst>
              <a:ext uri="{FF2B5EF4-FFF2-40B4-BE49-F238E27FC236}">
                <a16:creationId xmlns:a16="http://schemas.microsoft.com/office/drawing/2014/main" id="{627A3D01-05BE-5A86-A863-BDA1A044FF8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80716" y="3264933"/>
            <a:ext cx="621792" cy="621792"/>
          </a:xfrm>
          <a:prstGeom prst="rect">
            <a:avLst/>
          </a:prstGeom>
        </p:spPr>
      </p:pic>
      <p:pic>
        <p:nvPicPr>
          <p:cNvPr id="10" name="Graphic 9">
            <a:extLst>
              <a:ext uri="{FF2B5EF4-FFF2-40B4-BE49-F238E27FC236}">
                <a16:creationId xmlns:a16="http://schemas.microsoft.com/office/drawing/2014/main" id="{5CA97F39-2564-17D6-FCAD-F29A47A5D00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39443" y="4388683"/>
            <a:ext cx="621792" cy="621792"/>
          </a:xfrm>
          <a:prstGeom prst="rect">
            <a:avLst/>
          </a:prstGeom>
        </p:spPr>
      </p:pic>
      <p:pic>
        <p:nvPicPr>
          <p:cNvPr id="11" name="Graphic 10">
            <a:extLst>
              <a:ext uri="{FF2B5EF4-FFF2-40B4-BE49-F238E27FC236}">
                <a16:creationId xmlns:a16="http://schemas.microsoft.com/office/drawing/2014/main" id="{EF01CC37-C713-35C3-AFA4-A63956DA69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39443" y="5492555"/>
            <a:ext cx="621792" cy="621792"/>
          </a:xfrm>
          <a:prstGeom prst="rect">
            <a:avLst/>
          </a:prstGeom>
        </p:spPr>
      </p:pic>
      <p:sp>
        <p:nvSpPr>
          <p:cNvPr id="12" name="Content Placeholder 6">
            <a:extLst>
              <a:ext uri="{FF2B5EF4-FFF2-40B4-BE49-F238E27FC236}">
                <a16:creationId xmlns:a16="http://schemas.microsoft.com/office/drawing/2014/main" id="{C34F0887-55D5-9C8F-43BB-1D4539F300C6}"/>
              </a:ext>
            </a:extLst>
          </p:cNvPr>
          <p:cNvSpPr txBox="1">
            <a:spLocks/>
          </p:cNvSpPr>
          <p:nvPr/>
        </p:nvSpPr>
        <p:spPr>
          <a:xfrm>
            <a:off x="1580716" y="6685688"/>
            <a:ext cx="11354580" cy="1384986"/>
          </a:xfrm>
          <a:prstGeom prst="roundRect">
            <a:avLst>
              <a:gd name="adj" fmla="val 0"/>
            </a:avLst>
          </a:prstGeom>
        </p:spPr>
        <p:txBody>
          <a:bodyPr vert="horz" lIns="0" tIns="0" rIns="0" bIns="0" rtlCol="0">
            <a:norm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860425" indent="-32543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860425" indent="-32543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buFont typeface="Wingdings" pitchFamily="2" charset="2"/>
              <a:buNone/>
            </a:pPr>
            <a:r>
              <a:rPr lang="en-US" b="1">
                <a:solidFill>
                  <a:schemeClr val="tx2"/>
                </a:solidFill>
              </a:rPr>
              <a:t>Data Access Note:</a:t>
            </a:r>
            <a:r>
              <a:rPr lang="en-US">
                <a:solidFill>
                  <a:schemeClr val="tx2"/>
                </a:solidFill>
              </a:rPr>
              <a:t> </a:t>
            </a:r>
            <a:r>
              <a:rPr lang="en-US"/>
              <a:t>Responses sourced exclusively from approved content; vector DBs (Pinecone, OpenSearch, </a:t>
            </a:r>
            <a:r>
              <a:rPr lang="en-US" err="1"/>
              <a:t>etc</a:t>
            </a:r>
            <a:r>
              <a:rPr lang="en-US"/>
              <a:t>) store context with access controls</a:t>
            </a:r>
          </a:p>
        </p:txBody>
      </p:sp>
      <p:sp>
        <p:nvSpPr>
          <p:cNvPr id="13" name="Footer Placeholder 4">
            <a:extLst>
              <a:ext uri="{FF2B5EF4-FFF2-40B4-BE49-F238E27FC236}">
                <a16:creationId xmlns:a16="http://schemas.microsoft.com/office/drawing/2014/main" id="{B1C7A761-2926-4790-2D8D-A0DC07959F54}"/>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Tree>
    <p:extLst>
      <p:ext uri="{BB962C8B-B14F-4D97-AF65-F5344CB8AC3E}">
        <p14:creationId xmlns:p14="http://schemas.microsoft.com/office/powerpoint/2010/main" val="1036349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43F0F-F2D9-55A4-D367-7A0B6F888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EF886-1508-3801-22FC-94D99A52408B}"/>
              </a:ext>
            </a:extLst>
          </p:cNvPr>
          <p:cNvSpPr>
            <a:spLocks noGrp="1"/>
          </p:cNvSpPr>
          <p:nvPr>
            <p:ph type="title"/>
          </p:nvPr>
        </p:nvSpPr>
        <p:spPr/>
        <p:txBody>
          <a:bodyPr/>
          <a:lstStyle/>
          <a:p>
            <a:r>
              <a:rPr lang="en-US"/>
              <a:t>Common Use Cases: Enterprise Priorities</a:t>
            </a:r>
          </a:p>
        </p:txBody>
      </p:sp>
      <p:sp>
        <p:nvSpPr>
          <p:cNvPr id="3" name="Slide Number Placeholder 2">
            <a:extLst>
              <a:ext uri="{FF2B5EF4-FFF2-40B4-BE49-F238E27FC236}">
                <a16:creationId xmlns:a16="http://schemas.microsoft.com/office/drawing/2014/main" id="{C39344D1-8B4A-1786-F1F0-FB04A1CC98C6}"/>
              </a:ext>
            </a:extLst>
          </p:cNvPr>
          <p:cNvSpPr>
            <a:spLocks noGrp="1"/>
          </p:cNvSpPr>
          <p:nvPr>
            <p:ph type="sldNum" sz="quarter" idx="10"/>
          </p:nvPr>
        </p:nvSpPr>
        <p:spPr/>
        <p:txBody>
          <a:bodyPr/>
          <a:lstStyle/>
          <a:p>
            <a:fld id="{690F28F1-749B-6E43-9C6F-A927F429EFEC}" type="slidenum">
              <a:rPr lang="en-US" smtClean="0"/>
              <a:pPr/>
              <a:t>22</a:t>
            </a:fld>
            <a:endParaRPr lang="en-US"/>
          </a:p>
        </p:txBody>
      </p:sp>
      <p:sp>
        <p:nvSpPr>
          <p:cNvPr id="4" name="Date Placeholder 3">
            <a:extLst>
              <a:ext uri="{FF2B5EF4-FFF2-40B4-BE49-F238E27FC236}">
                <a16:creationId xmlns:a16="http://schemas.microsoft.com/office/drawing/2014/main" id="{095179FA-5C5F-0EDA-9934-C7043E385FD8}"/>
              </a:ext>
            </a:extLst>
          </p:cNvPr>
          <p:cNvSpPr>
            <a:spLocks noGrp="1"/>
          </p:cNvSpPr>
          <p:nvPr>
            <p:ph type="dt" sz="half" idx="11"/>
          </p:nvPr>
        </p:nvSpPr>
        <p:spPr/>
        <p:txBody>
          <a:bodyPr/>
          <a:lstStyle/>
          <a:p>
            <a:r>
              <a:rPr lang="en-US"/>
              <a:t>2025</a:t>
            </a:r>
          </a:p>
        </p:txBody>
      </p:sp>
      <p:sp>
        <p:nvSpPr>
          <p:cNvPr id="7" name="Content Placeholder 6">
            <a:extLst>
              <a:ext uri="{FF2B5EF4-FFF2-40B4-BE49-F238E27FC236}">
                <a16:creationId xmlns:a16="http://schemas.microsoft.com/office/drawing/2014/main" id="{0990FFAF-7897-2FC1-3FD2-5ED89B4F05F9}"/>
              </a:ext>
            </a:extLst>
          </p:cNvPr>
          <p:cNvSpPr>
            <a:spLocks noGrp="1"/>
          </p:cNvSpPr>
          <p:nvPr>
            <p:ph sz="quarter" idx="17"/>
          </p:nvPr>
        </p:nvSpPr>
        <p:spPr/>
        <p:txBody>
          <a:bodyPr/>
          <a:lstStyle/>
          <a:p>
            <a:pPr>
              <a:buNone/>
            </a:pPr>
            <a:r>
              <a:rPr lang="en-US" b="1">
                <a:solidFill>
                  <a:schemeClr val="tx2"/>
                </a:solidFill>
              </a:rPr>
              <a:t>Omnichannel Chatbots</a:t>
            </a:r>
          </a:p>
          <a:p>
            <a:pPr marL="0" indent="0">
              <a:buNone/>
            </a:pPr>
            <a:r>
              <a:rPr lang="en-US"/>
              <a:t>Unified experience across chat, voice, email, Slack, and Teams</a:t>
            </a:r>
          </a:p>
          <a:p>
            <a:pPr>
              <a:buNone/>
            </a:pPr>
            <a:endParaRPr lang="en-US">
              <a:solidFill>
                <a:schemeClr val="tx2"/>
              </a:solidFill>
            </a:endParaRPr>
          </a:p>
          <a:p>
            <a:pPr>
              <a:buNone/>
            </a:pPr>
            <a:r>
              <a:rPr lang="en-US" b="1">
                <a:solidFill>
                  <a:schemeClr val="tx2"/>
                </a:solidFill>
              </a:rPr>
              <a:t>Virtual Customer Assistants</a:t>
            </a:r>
          </a:p>
          <a:p>
            <a:pPr marL="0" indent="0">
              <a:buNone/>
            </a:pPr>
            <a:r>
              <a:rPr lang="en-US"/>
              <a:t>Handle complex multi-turn queries with full context retention</a:t>
            </a:r>
          </a:p>
          <a:p>
            <a:pPr>
              <a:buNone/>
            </a:pPr>
            <a:endParaRPr lang="en-US">
              <a:solidFill>
                <a:schemeClr val="tx2"/>
              </a:solidFill>
            </a:endParaRPr>
          </a:p>
          <a:p>
            <a:pPr>
              <a:buNone/>
            </a:pPr>
            <a:r>
              <a:rPr lang="en-US" b="1">
                <a:solidFill>
                  <a:schemeClr val="tx2"/>
                </a:solidFill>
              </a:rPr>
              <a:t>Self-Service Portals</a:t>
            </a:r>
          </a:p>
          <a:p>
            <a:pPr marL="0" indent="0">
              <a:buNone/>
            </a:pPr>
            <a:r>
              <a:rPr lang="en-US"/>
              <a:t>Deflect tickets via AI-powered knowledge bases</a:t>
            </a:r>
          </a:p>
        </p:txBody>
      </p:sp>
      <p:sp>
        <p:nvSpPr>
          <p:cNvPr id="8" name="Content Placeholder 7">
            <a:extLst>
              <a:ext uri="{FF2B5EF4-FFF2-40B4-BE49-F238E27FC236}">
                <a16:creationId xmlns:a16="http://schemas.microsoft.com/office/drawing/2014/main" id="{356B856F-D983-A2AB-7CE1-33822FBBB64D}"/>
              </a:ext>
            </a:extLst>
          </p:cNvPr>
          <p:cNvSpPr>
            <a:spLocks noGrp="1"/>
          </p:cNvSpPr>
          <p:nvPr>
            <p:ph sz="quarter" idx="18"/>
          </p:nvPr>
        </p:nvSpPr>
        <p:spPr/>
        <p:txBody>
          <a:bodyPr/>
          <a:lstStyle/>
          <a:p>
            <a:pPr>
              <a:buNone/>
            </a:pPr>
            <a:r>
              <a:rPr lang="en-US" b="1">
                <a:solidFill>
                  <a:schemeClr val="tx2"/>
                </a:solidFill>
              </a:rPr>
              <a:t>Multilingual Global Support</a:t>
            </a:r>
          </a:p>
          <a:p>
            <a:pPr marL="0" indent="0">
              <a:buNone/>
            </a:pPr>
            <a:r>
              <a:rPr lang="en-US"/>
              <a:t>Auto-detect language; resolve across markets without new headcount</a:t>
            </a:r>
          </a:p>
          <a:p>
            <a:pPr>
              <a:buNone/>
            </a:pPr>
            <a:endParaRPr lang="en-US"/>
          </a:p>
          <a:p>
            <a:pPr>
              <a:buNone/>
            </a:pPr>
            <a:r>
              <a:rPr lang="en-US" b="1">
                <a:solidFill>
                  <a:schemeClr val="tx2"/>
                </a:solidFill>
              </a:rPr>
              <a:t>IT Service Desk Automation</a:t>
            </a:r>
          </a:p>
          <a:p>
            <a:pPr marL="0" indent="0">
              <a:buNone/>
            </a:pPr>
            <a:r>
              <a:rPr lang="en-US"/>
              <a:t>Password resets, software installs, troubleshooting at scale</a:t>
            </a:r>
          </a:p>
          <a:p>
            <a:pPr>
              <a:buNone/>
            </a:pPr>
            <a:endParaRPr lang="en-US"/>
          </a:p>
          <a:p>
            <a:pPr>
              <a:buNone/>
            </a:pPr>
            <a:r>
              <a:rPr lang="en-US" b="1">
                <a:solidFill>
                  <a:schemeClr val="tx2"/>
                </a:solidFill>
              </a:rPr>
              <a:t>Agent Copilot</a:t>
            </a:r>
          </a:p>
          <a:p>
            <a:pPr marL="0" indent="0">
              <a:buNone/>
            </a:pPr>
            <a:r>
              <a:rPr lang="en-US"/>
              <a:t>Real-time suggestions and context for human agents</a:t>
            </a:r>
          </a:p>
        </p:txBody>
      </p:sp>
      <p:sp>
        <p:nvSpPr>
          <p:cNvPr id="10" name="Text Placeholder 5">
            <a:extLst>
              <a:ext uri="{FF2B5EF4-FFF2-40B4-BE49-F238E27FC236}">
                <a16:creationId xmlns:a16="http://schemas.microsoft.com/office/drawing/2014/main" id="{71C24B88-966E-0047-DD8D-6AF6FFF0D1C5}"/>
              </a:ext>
            </a:extLst>
          </p:cNvPr>
          <p:cNvSpPr>
            <a:spLocks noGrp="1"/>
          </p:cNvSpPr>
          <p:nvPr>
            <p:ph type="body" sz="quarter" idx="14"/>
          </p:nvPr>
        </p:nvSpPr>
        <p:spPr>
          <a:xfrm>
            <a:off x="1142999" y="571499"/>
            <a:ext cx="7010401" cy="252413"/>
          </a:xfrm>
        </p:spPr>
        <p:txBody>
          <a:bodyPr/>
          <a:lstStyle/>
          <a:p>
            <a:r>
              <a:rPr lang="en-US" b="1">
                <a:solidFill>
                  <a:schemeClr val="tx2"/>
                </a:solidFill>
              </a:rPr>
              <a:t>GOVERNING AGENCY</a:t>
            </a:r>
          </a:p>
        </p:txBody>
      </p:sp>
      <p:sp>
        <p:nvSpPr>
          <p:cNvPr id="11" name="Footer Placeholder 4">
            <a:extLst>
              <a:ext uri="{FF2B5EF4-FFF2-40B4-BE49-F238E27FC236}">
                <a16:creationId xmlns:a16="http://schemas.microsoft.com/office/drawing/2014/main" id="{A7ADBC99-4460-2565-C01C-6C46873E1B72}"/>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Tree>
    <p:extLst>
      <p:ext uri="{BB962C8B-B14F-4D97-AF65-F5344CB8AC3E}">
        <p14:creationId xmlns:p14="http://schemas.microsoft.com/office/powerpoint/2010/main" val="2512583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94B09-DE46-25BC-803A-7CF44A84D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F60D2-C6FB-1221-378F-5AFFD94D24D6}"/>
              </a:ext>
            </a:extLst>
          </p:cNvPr>
          <p:cNvSpPr>
            <a:spLocks noGrp="1"/>
          </p:cNvSpPr>
          <p:nvPr>
            <p:ph type="title"/>
          </p:nvPr>
        </p:nvSpPr>
        <p:spPr/>
        <p:txBody>
          <a:bodyPr/>
          <a:lstStyle/>
          <a:p>
            <a:r>
              <a:rPr lang="en-US"/>
              <a:t>Repeatable Governance Topics Across Data/AI</a:t>
            </a:r>
          </a:p>
        </p:txBody>
      </p:sp>
      <p:sp>
        <p:nvSpPr>
          <p:cNvPr id="3" name="Slide Number Placeholder 2">
            <a:extLst>
              <a:ext uri="{FF2B5EF4-FFF2-40B4-BE49-F238E27FC236}">
                <a16:creationId xmlns:a16="http://schemas.microsoft.com/office/drawing/2014/main" id="{EB1B50E2-C383-DFFD-4352-F71B07E0B680}"/>
              </a:ext>
            </a:extLst>
          </p:cNvPr>
          <p:cNvSpPr>
            <a:spLocks noGrp="1"/>
          </p:cNvSpPr>
          <p:nvPr>
            <p:ph type="sldNum" sz="quarter" idx="10"/>
          </p:nvPr>
        </p:nvSpPr>
        <p:spPr/>
        <p:txBody>
          <a:bodyPr/>
          <a:lstStyle/>
          <a:p>
            <a:fld id="{690F28F1-749B-6E43-9C6F-A927F429EFEC}" type="slidenum">
              <a:rPr lang="en-US" smtClean="0"/>
              <a:pPr/>
              <a:t>23</a:t>
            </a:fld>
            <a:endParaRPr lang="en-US"/>
          </a:p>
        </p:txBody>
      </p:sp>
      <p:sp>
        <p:nvSpPr>
          <p:cNvPr id="4" name="Date Placeholder 3">
            <a:extLst>
              <a:ext uri="{FF2B5EF4-FFF2-40B4-BE49-F238E27FC236}">
                <a16:creationId xmlns:a16="http://schemas.microsoft.com/office/drawing/2014/main" id="{9462FF32-294D-1BFE-38BE-821614C9B925}"/>
              </a:ext>
            </a:extLst>
          </p:cNvPr>
          <p:cNvSpPr>
            <a:spLocks noGrp="1"/>
          </p:cNvSpPr>
          <p:nvPr>
            <p:ph type="dt" sz="half" idx="11"/>
          </p:nvPr>
        </p:nvSpPr>
        <p:spPr/>
        <p:txBody>
          <a:bodyPr/>
          <a:lstStyle/>
          <a:p>
            <a:r>
              <a:rPr lang="en-US"/>
              <a:t>2025</a:t>
            </a:r>
          </a:p>
        </p:txBody>
      </p:sp>
      <p:sp>
        <p:nvSpPr>
          <p:cNvPr id="6" name="Text Placeholder 5">
            <a:extLst>
              <a:ext uri="{FF2B5EF4-FFF2-40B4-BE49-F238E27FC236}">
                <a16:creationId xmlns:a16="http://schemas.microsoft.com/office/drawing/2014/main" id="{42118371-7A82-45EC-CAAA-582063AAFA56}"/>
              </a:ext>
            </a:extLst>
          </p:cNvPr>
          <p:cNvSpPr>
            <a:spLocks noGrp="1"/>
          </p:cNvSpPr>
          <p:nvPr>
            <p:ph type="body" sz="quarter" idx="14"/>
          </p:nvPr>
        </p:nvSpPr>
        <p:spPr>
          <a:xfrm>
            <a:off x="1142999" y="571500"/>
            <a:ext cx="7010401" cy="252413"/>
          </a:xfrm>
        </p:spPr>
        <p:txBody>
          <a:bodyPr>
            <a:normAutofit/>
          </a:bodyPr>
          <a:lstStyle/>
          <a:p>
            <a:r>
              <a:rPr lang="en-US" b="1">
                <a:solidFill>
                  <a:schemeClr val="tx2"/>
                </a:solidFill>
              </a:rPr>
              <a:t>GOVERNING AGENCY</a:t>
            </a:r>
          </a:p>
        </p:txBody>
      </p:sp>
      <p:sp>
        <p:nvSpPr>
          <p:cNvPr id="7" name="Content Placeholder 6">
            <a:extLst>
              <a:ext uri="{FF2B5EF4-FFF2-40B4-BE49-F238E27FC236}">
                <a16:creationId xmlns:a16="http://schemas.microsoft.com/office/drawing/2014/main" id="{2450A772-FB71-8E64-1841-DB89790E9121}"/>
              </a:ext>
            </a:extLst>
          </p:cNvPr>
          <p:cNvSpPr>
            <a:spLocks noGrp="1"/>
          </p:cNvSpPr>
          <p:nvPr>
            <p:ph sz="quarter" idx="17"/>
          </p:nvPr>
        </p:nvSpPr>
        <p:spPr/>
        <p:txBody>
          <a:bodyPr/>
          <a:lstStyle/>
          <a:p>
            <a:pPr>
              <a:buNone/>
            </a:pPr>
            <a:r>
              <a:rPr lang="en-US" b="1">
                <a:solidFill>
                  <a:schemeClr val="tx2"/>
                </a:solidFill>
              </a:rPr>
              <a:t>Fraud Detection &amp; Prevention</a:t>
            </a:r>
          </a:p>
          <a:p>
            <a:pPr marL="0" indent="0">
              <a:buNone/>
            </a:pPr>
            <a:r>
              <a:rPr lang="en-US"/>
              <a:t>Real-time pattern analysis across transactions and interactions</a:t>
            </a:r>
          </a:p>
          <a:p>
            <a:pPr>
              <a:buNone/>
            </a:pPr>
            <a:endParaRPr lang="en-US"/>
          </a:p>
          <a:p>
            <a:pPr>
              <a:buNone/>
            </a:pPr>
            <a:r>
              <a:rPr lang="en-US" b="1">
                <a:solidFill>
                  <a:schemeClr val="tx2"/>
                </a:solidFill>
              </a:rPr>
              <a:t>Data Loss Prevention</a:t>
            </a:r>
          </a:p>
          <a:p>
            <a:pPr marL="0" indent="0">
              <a:buNone/>
            </a:pPr>
            <a:r>
              <a:rPr lang="en-US"/>
              <a:t>Guardrails ensure responses only from approved, governed content</a:t>
            </a:r>
          </a:p>
          <a:p>
            <a:pPr>
              <a:buNone/>
            </a:pPr>
            <a:endParaRPr lang="en-US">
              <a:solidFill>
                <a:schemeClr val="tx2"/>
              </a:solidFill>
            </a:endParaRPr>
          </a:p>
          <a:p>
            <a:pPr>
              <a:buNone/>
            </a:pPr>
            <a:r>
              <a:rPr lang="en-US" b="1">
                <a:solidFill>
                  <a:schemeClr val="tx2"/>
                </a:solidFill>
              </a:rPr>
              <a:t>Compliance Audit Trail</a:t>
            </a:r>
          </a:p>
          <a:p>
            <a:pPr marL="0" indent="0">
              <a:buNone/>
            </a:pPr>
            <a:r>
              <a:rPr lang="en-US"/>
              <a:t>Every interaction logged for GDPR, HIPAA, SOC 2 readiness</a:t>
            </a:r>
          </a:p>
        </p:txBody>
      </p:sp>
      <p:sp>
        <p:nvSpPr>
          <p:cNvPr id="8" name="Content Placeholder 7">
            <a:extLst>
              <a:ext uri="{FF2B5EF4-FFF2-40B4-BE49-F238E27FC236}">
                <a16:creationId xmlns:a16="http://schemas.microsoft.com/office/drawing/2014/main" id="{639E97A1-CEB4-B628-5180-845B45DC8577}"/>
              </a:ext>
            </a:extLst>
          </p:cNvPr>
          <p:cNvSpPr>
            <a:spLocks noGrp="1"/>
          </p:cNvSpPr>
          <p:nvPr>
            <p:ph sz="quarter" idx="18"/>
          </p:nvPr>
        </p:nvSpPr>
        <p:spPr/>
        <p:txBody>
          <a:bodyPr/>
          <a:lstStyle/>
          <a:p>
            <a:pPr>
              <a:buNone/>
            </a:pPr>
            <a:r>
              <a:rPr lang="en-US" b="1">
                <a:solidFill>
                  <a:schemeClr val="tx2"/>
                </a:solidFill>
              </a:rPr>
              <a:t>Threat Intelligence Triage</a:t>
            </a:r>
          </a:p>
          <a:p>
            <a:pPr marL="0" indent="0">
              <a:buNone/>
            </a:pPr>
            <a:r>
              <a:rPr lang="en-US"/>
              <a:t>Automated classification and prioritization of security incidents</a:t>
            </a:r>
          </a:p>
          <a:p>
            <a:pPr>
              <a:buNone/>
            </a:pPr>
            <a:endParaRPr lang="en-US"/>
          </a:p>
          <a:p>
            <a:pPr>
              <a:buNone/>
            </a:pPr>
            <a:r>
              <a:rPr lang="en-US" b="1">
                <a:solidFill>
                  <a:schemeClr val="tx2"/>
                </a:solidFill>
              </a:rPr>
              <a:t>PII Protection</a:t>
            </a:r>
          </a:p>
          <a:p>
            <a:pPr marL="0" indent="0">
              <a:buNone/>
            </a:pPr>
            <a:r>
              <a:rPr lang="en-US"/>
              <a:t>Data anonymization and secure communication protocols built in</a:t>
            </a:r>
          </a:p>
          <a:p>
            <a:pPr>
              <a:buNone/>
            </a:pPr>
            <a:endParaRPr lang="en-US">
              <a:solidFill>
                <a:schemeClr val="tx2"/>
              </a:solidFill>
            </a:endParaRPr>
          </a:p>
          <a:p>
            <a:pPr>
              <a:buNone/>
            </a:pPr>
            <a:r>
              <a:rPr lang="en-US" b="1">
                <a:solidFill>
                  <a:schemeClr val="tx2"/>
                </a:solidFill>
              </a:rPr>
              <a:t>Vendor Risk Monitoring</a:t>
            </a:r>
          </a:p>
          <a:p>
            <a:pPr marL="0" indent="0">
              <a:buNone/>
            </a:pPr>
            <a:r>
              <a:rPr lang="en-US"/>
              <a:t>AI monitors third-party integrations for anomalous behavior</a:t>
            </a:r>
          </a:p>
        </p:txBody>
      </p:sp>
      <p:sp>
        <p:nvSpPr>
          <p:cNvPr id="5" name="Footer Placeholder 4">
            <a:extLst>
              <a:ext uri="{FF2B5EF4-FFF2-40B4-BE49-F238E27FC236}">
                <a16:creationId xmlns:a16="http://schemas.microsoft.com/office/drawing/2014/main" id="{56610983-D18B-DC4D-AB96-07622983F695}"/>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Tree>
    <p:extLst>
      <p:ext uri="{BB962C8B-B14F-4D97-AF65-F5344CB8AC3E}">
        <p14:creationId xmlns:p14="http://schemas.microsoft.com/office/powerpoint/2010/main" val="856593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BDCD7-42A0-4030-1627-58D6A45B0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69AB4-B591-9C0D-004A-AF225DD37339}"/>
              </a:ext>
            </a:extLst>
          </p:cNvPr>
          <p:cNvSpPr>
            <a:spLocks noGrp="1"/>
          </p:cNvSpPr>
          <p:nvPr>
            <p:ph type="title"/>
          </p:nvPr>
        </p:nvSpPr>
        <p:spPr>
          <a:xfrm>
            <a:off x="1142999" y="1058309"/>
            <a:ext cx="12452352" cy="833437"/>
          </a:xfrm>
        </p:spPr>
        <p:txBody>
          <a:bodyPr/>
          <a:lstStyle/>
          <a:p>
            <a:r>
              <a:rPr lang="en-US"/>
              <a:t>Reframing “AI Security”</a:t>
            </a:r>
          </a:p>
        </p:txBody>
      </p:sp>
      <p:sp>
        <p:nvSpPr>
          <p:cNvPr id="3" name="Slide Number Placeholder 2">
            <a:extLst>
              <a:ext uri="{FF2B5EF4-FFF2-40B4-BE49-F238E27FC236}">
                <a16:creationId xmlns:a16="http://schemas.microsoft.com/office/drawing/2014/main" id="{84077689-4706-5126-AB0E-8DF799D6D47A}"/>
              </a:ext>
            </a:extLst>
          </p:cNvPr>
          <p:cNvSpPr>
            <a:spLocks noGrp="1"/>
          </p:cNvSpPr>
          <p:nvPr>
            <p:ph type="sldNum" sz="quarter" idx="10"/>
          </p:nvPr>
        </p:nvSpPr>
        <p:spPr/>
        <p:txBody>
          <a:bodyPr/>
          <a:lstStyle/>
          <a:p>
            <a:fld id="{690F28F1-749B-6E43-9C6F-A927F429EFEC}" type="slidenum">
              <a:rPr lang="en-US" smtClean="0"/>
              <a:pPr/>
              <a:t>24</a:t>
            </a:fld>
            <a:endParaRPr lang="en-US"/>
          </a:p>
        </p:txBody>
      </p:sp>
      <p:sp>
        <p:nvSpPr>
          <p:cNvPr id="4" name="Date Placeholder 3">
            <a:extLst>
              <a:ext uri="{FF2B5EF4-FFF2-40B4-BE49-F238E27FC236}">
                <a16:creationId xmlns:a16="http://schemas.microsoft.com/office/drawing/2014/main" id="{B1D9BF72-819C-37FB-BC78-AF0FBC849555}"/>
              </a:ext>
            </a:extLst>
          </p:cNvPr>
          <p:cNvSpPr>
            <a:spLocks noGrp="1"/>
          </p:cNvSpPr>
          <p:nvPr>
            <p:ph type="dt" sz="half" idx="11"/>
          </p:nvPr>
        </p:nvSpPr>
        <p:spPr/>
        <p:txBody>
          <a:bodyPr/>
          <a:lstStyle/>
          <a:p>
            <a:r>
              <a:rPr lang="en-US"/>
              <a:t>2025</a:t>
            </a:r>
          </a:p>
        </p:txBody>
      </p:sp>
      <p:sp>
        <p:nvSpPr>
          <p:cNvPr id="7" name="Content Placeholder 6">
            <a:extLst>
              <a:ext uri="{FF2B5EF4-FFF2-40B4-BE49-F238E27FC236}">
                <a16:creationId xmlns:a16="http://schemas.microsoft.com/office/drawing/2014/main" id="{0D9A99D2-71FD-6203-9C13-71223893F22D}"/>
              </a:ext>
            </a:extLst>
          </p:cNvPr>
          <p:cNvSpPr>
            <a:spLocks noGrp="1"/>
          </p:cNvSpPr>
          <p:nvPr>
            <p:ph sz="quarter" idx="17"/>
          </p:nvPr>
        </p:nvSpPr>
        <p:spPr>
          <a:xfrm>
            <a:off x="941734" y="2175812"/>
            <a:ext cx="11185309" cy="5600702"/>
          </a:xfrm>
        </p:spPr>
        <p:txBody>
          <a:bodyPr>
            <a:normAutofit fontScale="92500" lnSpcReduction="20000"/>
          </a:bodyPr>
          <a:lstStyle/>
          <a:p>
            <a:r>
              <a:rPr lang="en-US" sz="2400" b="1">
                <a:solidFill>
                  <a:schemeClr val="tx2"/>
                </a:solidFill>
              </a:rPr>
              <a:t>"AI Security" as a catch-all is changing</a:t>
            </a:r>
          </a:p>
          <a:p>
            <a:pPr lvl="3"/>
            <a:r>
              <a:rPr lang="en-US"/>
              <a:t>Need to decompose into specific controls like we did with Internet/Network Security </a:t>
            </a:r>
          </a:p>
          <a:p>
            <a:pPr lvl="3"/>
            <a:endParaRPr lang="en-US"/>
          </a:p>
          <a:p>
            <a:r>
              <a:rPr lang="en-US" sz="2400" b="1">
                <a:solidFill>
                  <a:schemeClr val="tx2"/>
                </a:solidFill>
              </a:rPr>
              <a:t>Agent harness architectures are converging; real policies emerging </a:t>
            </a:r>
          </a:p>
          <a:p>
            <a:pPr lvl="3"/>
            <a:r>
              <a:rPr lang="en-US"/>
              <a:t>How the agent authenticates and gets permissions </a:t>
            </a:r>
          </a:p>
          <a:p>
            <a:pPr lvl="3"/>
            <a:r>
              <a:rPr lang="en-US"/>
              <a:t>What tools/APIs it's allowed to call (and guardrails on those calls) </a:t>
            </a:r>
          </a:p>
          <a:p>
            <a:pPr lvl="3"/>
            <a:r>
              <a:rPr lang="en-US"/>
              <a:t>How inputs and outputs are validated and filtered </a:t>
            </a:r>
          </a:p>
          <a:p>
            <a:pPr lvl="3"/>
            <a:r>
              <a:rPr lang="en-US"/>
              <a:t>Logging, observability, and audit trails </a:t>
            </a:r>
          </a:p>
          <a:p>
            <a:pPr lvl="3"/>
            <a:r>
              <a:rPr lang="en-US"/>
              <a:t>Policy enforcement (what the agent can and can't do)</a:t>
            </a:r>
          </a:p>
          <a:p>
            <a:pPr lvl="3"/>
            <a:endParaRPr lang="en-US"/>
          </a:p>
          <a:p>
            <a:r>
              <a:rPr lang="en-US" sz="2400" b="1">
                <a:solidFill>
                  <a:schemeClr val="tx2"/>
                </a:solidFill>
              </a:rPr>
              <a:t>Market demands evals and benchmarks</a:t>
            </a:r>
          </a:p>
          <a:p>
            <a:pPr lvl="3"/>
            <a:r>
              <a:rPr lang="en-US"/>
              <a:t>Benchmarks, measurable controls, and production-grade tooling</a:t>
            </a:r>
          </a:p>
          <a:p>
            <a:pPr>
              <a:buNone/>
            </a:pPr>
            <a:endParaRPr lang="en-US"/>
          </a:p>
        </p:txBody>
      </p:sp>
      <p:sp>
        <p:nvSpPr>
          <p:cNvPr id="9" name="Text Placeholder 5">
            <a:extLst>
              <a:ext uri="{FF2B5EF4-FFF2-40B4-BE49-F238E27FC236}">
                <a16:creationId xmlns:a16="http://schemas.microsoft.com/office/drawing/2014/main" id="{3F4553C4-67FC-F5BA-9B01-65A53A02D82E}"/>
              </a:ext>
            </a:extLst>
          </p:cNvPr>
          <p:cNvSpPr txBox="1">
            <a:spLocks/>
          </p:cNvSpPr>
          <p:nvPr/>
        </p:nvSpPr>
        <p:spPr>
          <a:xfrm>
            <a:off x="1295399" y="723899"/>
            <a:ext cx="7010401" cy="252413"/>
          </a:xfrm>
          <a:prstGeom prst="rect">
            <a:avLst/>
          </a:prstGeom>
        </p:spPr>
        <p:txBody>
          <a:bodyPr vert="horz" lIns="0" tIns="0" rIns="0" bIns="0" rtlCol="0" anchor="t">
            <a:norm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None/>
              <a:defRPr sz="1400" b="0" i="0" kern="1200" spc="100" baseline="0">
                <a:solidFill>
                  <a:schemeClr val="bg2"/>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solidFill>
                  <a:schemeClr val="tx2"/>
                </a:solidFill>
              </a:rPr>
              <a:t>GOVERNING AGENCY</a:t>
            </a:r>
          </a:p>
        </p:txBody>
      </p:sp>
      <p:sp>
        <p:nvSpPr>
          <p:cNvPr id="10" name="Footer Placeholder 4">
            <a:extLst>
              <a:ext uri="{FF2B5EF4-FFF2-40B4-BE49-F238E27FC236}">
                <a16:creationId xmlns:a16="http://schemas.microsoft.com/office/drawing/2014/main" id="{58499C3B-846B-D99C-ABBB-57AFF6CFA01E}"/>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
        <p:nvSpPr>
          <p:cNvPr id="5" name="Content Placeholder 6">
            <a:extLst>
              <a:ext uri="{FF2B5EF4-FFF2-40B4-BE49-F238E27FC236}">
                <a16:creationId xmlns:a16="http://schemas.microsoft.com/office/drawing/2014/main" id="{8395F0C8-961C-C070-9B73-57266DAD24A1}"/>
              </a:ext>
            </a:extLst>
          </p:cNvPr>
          <p:cNvSpPr txBox="1">
            <a:spLocks/>
          </p:cNvSpPr>
          <p:nvPr/>
        </p:nvSpPr>
        <p:spPr>
          <a:xfrm>
            <a:off x="7681211" y="2175812"/>
            <a:ext cx="6382061" cy="5600702"/>
          </a:xfrm>
          <a:prstGeom prst="roundRect">
            <a:avLst>
              <a:gd name="adj" fmla="val 0"/>
            </a:avLst>
          </a:prstGeom>
        </p:spPr>
        <p:txBody>
          <a:bodyPr vert="horz" lIns="0" tIns="0" rIns="0" bIns="0" rtlCol="0">
            <a:norm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860425" indent="-32543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860425" indent="-32543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endParaRPr lang="en-US"/>
          </a:p>
        </p:txBody>
      </p:sp>
    </p:spTree>
    <p:extLst>
      <p:ext uri="{BB962C8B-B14F-4D97-AF65-F5344CB8AC3E}">
        <p14:creationId xmlns:p14="http://schemas.microsoft.com/office/powerpoint/2010/main" val="2086432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6890E-F49C-2EE6-BCF7-DC688EC5D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F6136-3788-58C6-A3F3-C2A23CC23CD9}"/>
              </a:ext>
            </a:extLst>
          </p:cNvPr>
          <p:cNvSpPr>
            <a:spLocks noGrp="1"/>
          </p:cNvSpPr>
          <p:nvPr>
            <p:ph type="title"/>
          </p:nvPr>
        </p:nvSpPr>
        <p:spPr>
          <a:xfrm>
            <a:off x="1142999" y="1058309"/>
            <a:ext cx="12452352" cy="833437"/>
          </a:xfrm>
        </p:spPr>
        <p:txBody>
          <a:bodyPr/>
          <a:lstStyle/>
          <a:p>
            <a:r>
              <a:rPr lang="en-US"/>
              <a:t>Incoming Vulnerability Wave</a:t>
            </a:r>
          </a:p>
        </p:txBody>
      </p:sp>
      <p:sp>
        <p:nvSpPr>
          <p:cNvPr id="3" name="Slide Number Placeholder 2">
            <a:extLst>
              <a:ext uri="{FF2B5EF4-FFF2-40B4-BE49-F238E27FC236}">
                <a16:creationId xmlns:a16="http://schemas.microsoft.com/office/drawing/2014/main" id="{1AD37849-6CFF-93F6-D6AD-59184EA73C0B}"/>
              </a:ext>
            </a:extLst>
          </p:cNvPr>
          <p:cNvSpPr>
            <a:spLocks noGrp="1"/>
          </p:cNvSpPr>
          <p:nvPr>
            <p:ph type="sldNum" sz="quarter" idx="10"/>
          </p:nvPr>
        </p:nvSpPr>
        <p:spPr/>
        <p:txBody>
          <a:bodyPr/>
          <a:lstStyle/>
          <a:p>
            <a:fld id="{690F28F1-749B-6E43-9C6F-A927F429EFEC}" type="slidenum">
              <a:rPr lang="en-US" smtClean="0"/>
              <a:pPr/>
              <a:t>25</a:t>
            </a:fld>
            <a:endParaRPr lang="en-US"/>
          </a:p>
        </p:txBody>
      </p:sp>
      <p:sp>
        <p:nvSpPr>
          <p:cNvPr id="4" name="Date Placeholder 3">
            <a:extLst>
              <a:ext uri="{FF2B5EF4-FFF2-40B4-BE49-F238E27FC236}">
                <a16:creationId xmlns:a16="http://schemas.microsoft.com/office/drawing/2014/main" id="{24EC7AA0-6394-5FFD-D558-0A8B6C67BEC6}"/>
              </a:ext>
            </a:extLst>
          </p:cNvPr>
          <p:cNvSpPr>
            <a:spLocks noGrp="1"/>
          </p:cNvSpPr>
          <p:nvPr>
            <p:ph type="dt" sz="half" idx="11"/>
          </p:nvPr>
        </p:nvSpPr>
        <p:spPr/>
        <p:txBody>
          <a:bodyPr/>
          <a:lstStyle/>
          <a:p>
            <a:r>
              <a:rPr lang="en-US"/>
              <a:t>2025</a:t>
            </a:r>
          </a:p>
        </p:txBody>
      </p:sp>
      <p:sp>
        <p:nvSpPr>
          <p:cNvPr id="7" name="Content Placeholder 6">
            <a:extLst>
              <a:ext uri="{FF2B5EF4-FFF2-40B4-BE49-F238E27FC236}">
                <a16:creationId xmlns:a16="http://schemas.microsoft.com/office/drawing/2014/main" id="{0601E342-1B3C-8543-55FC-82370CAB3BB4}"/>
              </a:ext>
            </a:extLst>
          </p:cNvPr>
          <p:cNvSpPr>
            <a:spLocks noGrp="1"/>
          </p:cNvSpPr>
          <p:nvPr>
            <p:ph sz="quarter" idx="17"/>
          </p:nvPr>
        </p:nvSpPr>
        <p:spPr>
          <a:xfrm>
            <a:off x="941734" y="2175812"/>
            <a:ext cx="11185309" cy="5600702"/>
          </a:xfrm>
        </p:spPr>
        <p:txBody>
          <a:bodyPr>
            <a:normAutofit fontScale="92500" lnSpcReduction="10000"/>
          </a:bodyPr>
          <a:lstStyle/>
          <a:p>
            <a:pPr marL="0" indent="0">
              <a:buNone/>
            </a:pPr>
            <a:r>
              <a:rPr lang="en-US" sz="2400" b="1" dirty="0">
                <a:solidFill>
                  <a:schemeClr val="tx2"/>
                </a:solidFill>
              </a:rPr>
              <a:t>Evolving from Prompt Security to ”Agent Security”</a:t>
            </a:r>
          </a:p>
          <a:p>
            <a:pPr lvl="3"/>
            <a:r>
              <a:rPr lang="en-US" dirty="0"/>
              <a:t>1-2 years ago “Prompt injections” were a major concern</a:t>
            </a:r>
          </a:p>
          <a:p>
            <a:pPr marL="534987" lvl="3" indent="0">
              <a:buNone/>
            </a:pPr>
            <a:endParaRPr lang="en-US" dirty="0"/>
          </a:p>
          <a:p>
            <a:pPr marL="0" indent="0">
              <a:buNone/>
            </a:pPr>
            <a:r>
              <a:rPr lang="en-US" sz="2400" b="1" dirty="0">
                <a:solidFill>
                  <a:schemeClr val="tx2"/>
                </a:solidFill>
              </a:rPr>
              <a:t>Vendor Architecture is converging</a:t>
            </a:r>
          </a:p>
          <a:p>
            <a:pPr lvl="3"/>
            <a:r>
              <a:rPr lang="en-US" dirty="0"/>
              <a:t>Common patterns allow for standardization</a:t>
            </a:r>
          </a:p>
          <a:p>
            <a:pPr marL="534987" lvl="3" indent="0">
              <a:buNone/>
            </a:pPr>
            <a:endParaRPr lang="en-US" dirty="0"/>
          </a:p>
          <a:p>
            <a:pPr marL="0" indent="0">
              <a:buNone/>
            </a:pPr>
            <a:r>
              <a:rPr lang="en-US" sz="2400" b="1" dirty="0">
                <a:solidFill>
                  <a:schemeClr val="tx2"/>
                </a:solidFill>
              </a:rPr>
              <a:t>Agentic Swarms can expose vulnerabilities faster than ever</a:t>
            </a:r>
          </a:p>
          <a:p>
            <a:pPr lvl="3"/>
            <a:r>
              <a:rPr lang="en-US" sz="2200" dirty="0"/>
              <a:t>Generate thousands of convincing, personalized phishing messages instantly </a:t>
            </a:r>
          </a:p>
          <a:p>
            <a:pPr lvl="3"/>
            <a:r>
              <a:rPr lang="en-US" sz="2200" dirty="0"/>
              <a:t>Automate vulnerability discovery and exploit creation </a:t>
            </a:r>
          </a:p>
          <a:p>
            <a:pPr lvl="3"/>
            <a:r>
              <a:rPr lang="en-US" sz="2200" dirty="0"/>
              <a:t>Scan massive attack surfaces at machine speed </a:t>
            </a:r>
          </a:p>
          <a:p>
            <a:pPr lvl="3"/>
            <a:r>
              <a:rPr lang="en-US" sz="2200" dirty="0"/>
              <a:t>Lower the skill bar so less sophisticated actors can launch advanced attacks</a:t>
            </a:r>
          </a:p>
          <a:p>
            <a:pPr lvl="3"/>
            <a:endParaRPr lang="en-US" dirty="0"/>
          </a:p>
          <a:p>
            <a:pPr>
              <a:buNone/>
            </a:pPr>
            <a:endParaRPr lang="en-US" dirty="0"/>
          </a:p>
        </p:txBody>
      </p:sp>
      <p:sp>
        <p:nvSpPr>
          <p:cNvPr id="9" name="Text Placeholder 5">
            <a:extLst>
              <a:ext uri="{FF2B5EF4-FFF2-40B4-BE49-F238E27FC236}">
                <a16:creationId xmlns:a16="http://schemas.microsoft.com/office/drawing/2014/main" id="{254202E8-B2B1-CF59-FFE2-C75F53624324}"/>
              </a:ext>
            </a:extLst>
          </p:cNvPr>
          <p:cNvSpPr txBox="1">
            <a:spLocks/>
          </p:cNvSpPr>
          <p:nvPr/>
        </p:nvSpPr>
        <p:spPr>
          <a:xfrm>
            <a:off x="1295399" y="723899"/>
            <a:ext cx="7010401" cy="252413"/>
          </a:xfrm>
          <a:prstGeom prst="rect">
            <a:avLst/>
          </a:prstGeom>
        </p:spPr>
        <p:txBody>
          <a:bodyPr vert="horz" lIns="0" tIns="0" rIns="0" bIns="0" rtlCol="0" anchor="t">
            <a:norm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None/>
              <a:defRPr sz="1400" b="0" i="0" kern="1200" spc="100" baseline="0">
                <a:solidFill>
                  <a:schemeClr val="bg2"/>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solidFill>
                  <a:schemeClr val="tx2"/>
                </a:solidFill>
              </a:rPr>
              <a:t>GOVERNING AGENCY</a:t>
            </a:r>
          </a:p>
        </p:txBody>
      </p:sp>
      <p:sp>
        <p:nvSpPr>
          <p:cNvPr id="10" name="Footer Placeholder 4">
            <a:extLst>
              <a:ext uri="{FF2B5EF4-FFF2-40B4-BE49-F238E27FC236}">
                <a16:creationId xmlns:a16="http://schemas.microsoft.com/office/drawing/2014/main" id="{C5956E15-C912-684A-A9C1-2B3730196056}"/>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
        <p:nvSpPr>
          <p:cNvPr id="5" name="Content Placeholder 6">
            <a:extLst>
              <a:ext uri="{FF2B5EF4-FFF2-40B4-BE49-F238E27FC236}">
                <a16:creationId xmlns:a16="http://schemas.microsoft.com/office/drawing/2014/main" id="{2EFF3F9C-FCE4-6DA4-94F0-4A4809E078F2}"/>
              </a:ext>
            </a:extLst>
          </p:cNvPr>
          <p:cNvSpPr txBox="1">
            <a:spLocks/>
          </p:cNvSpPr>
          <p:nvPr/>
        </p:nvSpPr>
        <p:spPr>
          <a:xfrm>
            <a:off x="7681211" y="2175812"/>
            <a:ext cx="6382061" cy="5600702"/>
          </a:xfrm>
          <a:prstGeom prst="roundRect">
            <a:avLst>
              <a:gd name="adj" fmla="val 0"/>
            </a:avLst>
          </a:prstGeom>
        </p:spPr>
        <p:txBody>
          <a:bodyPr vert="horz" lIns="0" tIns="0" rIns="0" bIns="0" rtlCol="0">
            <a:normAutofit/>
          </a:bodyPr>
          <a:lstStyle>
            <a:lvl1pPr marL="228600" indent="-228600" algn="l" defTabSz="914400" rtl="0" eaLnBrk="1" latinLnBrk="0" hangingPunct="1">
              <a:lnSpc>
                <a:spcPct val="90000"/>
              </a:lnSpc>
              <a:spcBef>
                <a:spcPts val="0"/>
              </a:spcBef>
              <a:spcAft>
                <a:spcPts val="1600"/>
              </a:spcAft>
              <a:buClr>
                <a:schemeClr val="tx2"/>
              </a:buClr>
              <a:buSzPct val="90000"/>
              <a:buFont typeface="Wingdings" pitchFamily="2" charset="2"/>
              <a:buChar char="§"/>
              <a:defRPr sz="2600" b="0" i="0" kern="1200">
                <a:solidFill>
                  <a:schemeClr val="bg1"/>
                </a:solidFill>
                <a:latin typeface="Aptos" panose="020B0004020202020204" pitchFamily="34" charset="0"/>
                <a:ea typeface="+mn-ea"/>
                <a:cs typeface="+mn-cs"/>
              </a:defRPr>
            </a:lvl1pPr>
            <a:lvl2pPr marL="228600" indent="-217488" algn="l" defTabSz="914400" rtl="0" eaLnBrk="1" latinLnBrk="0" hangingPunct="1">
              <a:lnSpc>
                <a:spcPct val="90000"/>
              </a:lnSpc>
              <a:spcBef>
                <a:spcPts val="0"/>
              </a:spcBef>
              <a:spcAft>
                <a:spcPts val="1600"/>
              </a:spcAft>
              <a:buClr>
                <a:schemeClr val="tx2"/>
              </a:buClr>
              <a:buSzPct val="90000"/>
              <a:buFont typeface="Wingdings" pitchFamily="2" charset="2"/>
              <a:buChar char="§"/>
              <a:tabLst/>
              <a:defRPr sz="2400" b="0" i="0" kern="1200">
                <a:solidFill>
                  <a:schemeClr val="bg1"/>
                </a:solidFill>
                <a:latin typeface="Aptos" panose="020B0004020202020204" pitchFamily="34" charset="0"/>
                <a:ea typeface="+mn-ea"/>
                <a:cs typeface="+mn-cs"/>
              </a:defRPr>
            </a:lvl2pPr>
            <a:lvl3pPr marL="228600" indent="-217488" algn="l" defTabSz="914400" rtl="0" eaLnBrk="1" latinLnBrk="0" hangingPunct="1">
              <a:lnSpc>
                <a:spcPct val="100000"/>
              </a:lnSpc>
              <a:spcBef>
                <a:spcPts val="0"/>
              </a:spcBef>
              <a:spcAft>
                <a:spcPts val="1600"/>
              </a:spcAft>
              <a:buClr>
                <a:schemeClr val="tx2"/>
              </a:buClr>
              <a:buSzPct val="90000"/>
              <a:buFont typeface="Wingdings" pitchFamily="2" charset="2"/>
              <a:buChar char="§"/>
              <a:tabLst/>
              <a:defRPr sz="2200" b="0" i="0" kern="1200">
                <a:solidFill>
                  <a:schemeClr val="bg1"/>
                </a:solidFill>
                <a:latin typeface="Aptos" panose="020B0004020202020204" pitchFamily="34" charset="0"/>
                <a:ea typeface="+mn-ea"/>
                <a:cs typeface="+mn-cs"/>
              </a:defRPr>
            </a:lvl3pPr>
            <a:lvl4pPr marL="860425" indent="-32543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2000" b="0" i="0" kern="1200">
                <a:solidFill>
                  <a:schemeClr val="bg1"/>
                </a:solidFill>
                <a:latin typeface="Aptos Light" panose="020B0004020202020204" pitchFamily="34" charset="0"/>
                <a:ea typeface="+mn-ea"/>
                <a:cs typeface="+mn-cs"/>
              </a:defRPr>
            </a:lvl4pPr>
            <a:lvl5pPr marL="860425" indent="-32543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800" b="0" i="0" kern="1200">
                <a:solidFill>
                  <a:schemeClr val="bg1"/>
                </a:solidFill>
                <a:latin typeface="Aptos Light" panose="020B0004020202020204" pitchFamily="34" charset="0"/>
                <a:ea typeface="+mn-ea"/>
                <a:cs typeface="+mn-cs"/>
              </a:defRPr>
            </a:lvl5pPr>
            <a:lvl6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228600" indent="-217488" algn="l" defTabSz="914400" rtl="0" eaLnBrk="1" latinLnBrk="0" hangingPunct="1">
              <a:lnSpc>
                <a:spcPct val="110000"/>
              </a:lnSpc>
              <a:spcBef>
                <a:spcPts val="0"/>
              </a:spcBef>
              <a:spcAft>
                <a:spcPts val="1600"/>
              </a:spcAft>
              <a:buClr>
                <a:schemeClr val="tx2"/>
              </a:buClr>
              <a:buSzPct val="90000"/>
              <a:buFont typeface="Wingdings" pitchFamily="2" charset="2"/>
              <a:buChar char="§"/>
              <a:tabLst/>
              <a:defRPr sz="1400" b="0" i="0" kern="1200">
                <a:solidFill>
                  <a:schemeClr val="bg1"/>
                </a:solidFill>
                <a:latin typeface="Aptos Light"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endParaRPr lang="en-US"/>
          </a:p>
        </p:txBody>
      </p:sp>
    </p:spTree>
    <p:extLst>
      <p:ext uri="{BB962C8B-B14F-4D97-AF65-F5344CB8AC3E}">
        <p14:creationId xmlns:p14="http://schemas.microsoft.com/office/powerpoint/2010/main" val="1181611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98BAF-0B26-D47B-E46D-C1AFAE55F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75C8B-136C-FD01-6EB8-D8426D5FEA36}"/>
              </a:ext>
            </a:extLst>
          </p:cNvPr>
          <p:cNvSpPr>
            <a:spLocks noGrp="1"/>
          </p:cNvSpPr>
          <p:nvPr>
            <p:ph type="title"/>
          </p:nvPr>
        </p:nvSpPr>
        <p:spPr/>
        <p:txBody>
          <a:bodyPr/>
          <a:lstStyle/>
          <a:p>
            <a:r>
              <a:rPr lang="en-US"/>
              <a:t>Example Foundational Agentic Architecture</a:t>
            </a:r>
          </a:p>
        </p:txBody>
      </p:sp>
      <p:sp>
        <p:nvSpPr>
          <p:cNvPr id="3" name="Slide Number Placeholder 2">
            <a:extLst>
              <a:ext uri="{FF2B5EF4-FFF2-40B4-BE49-F238E27FC236}">
                <a16:creationId xmlns:a16="http://schemas.microsoft.com/office/drawing/2014/main" id="{43E72481-CD75-19BD-CCD2-B5253241FA17}"/>
              </a:ext>
            </a:extLst>
          </p:cNvPr>
          <p:cNvSpPr>
            <a:spLocks noGrp="1"/>
          </p:cNvSpPr>
          <p:nvPr>
            <p:ph type="sldNum" sz="quarter" idx="10"/>
          </p:nvPr>
        </p:nvSpPr>
        <p:spPr/>
        <p:txBody>
          <a:bodyPr/>
          <a:lstStyle/>
          <a:p>
            <a:fld id="{690F28F1-749B-6E43-9C6F-A927F429EFEC}" type="slidenum">
              <a:rPr lang="en-US" smtClean="0"/>
              <a:pPr/>
              <a:t>26</a:t>
            </a:fld>
            <a:endParaRPr lang="en-US"/>
          </a:p>
        </p:txBody>
      </p:sp>
      <p:sp>
        <p:nvSpPr>
          <p:cNvPr id="4" name="Date Placeholder 3">
            <a:extLst>
              <a:ext uri="{FF2B5EF4-FFF2-40B4-BE49-F238E27FC236}">
                <a16:creationId xmlns:a16="http://schemas.microsoft.com/office/drawing/2014/main" id="{C4227441-621F-EC85-7BFF-0B3C27722430}"/>
              </a:ext>
            </a:extLst>
          </p:cNvPr>
          <p:cNvSpPr>
            <a:spLocks noGrp="1"/>
          </p:cNvSpPr>
          <p:nvPr>
            <p:ph type="dt" sz="half" idx="11"/>
          </p:nvPr>
        </p:nvSpPr>
        <p:spPr/>
        <p:txBody>
          <a:bodyPr/>
          <a:lstStyle/>
          <a:p>
            <a:r>
              <a:rPr lang="en-US"/>
              <a:t>2025</a:t>
            </a:r>
          </a:p>
        </p:txBody>
      </p:sp>
      <p:sp>
        <p:nvSpPr>
          <p:cNvPr id="6" name="Text Placeholder 5">
            <a:extLst>
              <a:ext uri="{FF2B5EF4-FFF2-40B4-BE49-F238E27FC236}">
                <a16:creationId xmlns:a16="http://schemas.microsoft.com/office/drawing/2014/main" id="{F061F3E7-34C9-4AF5-77DF-766D52271819}"/>
              </a:ext>
            </a:extLst>
          </p:cNvPr>
          <p:cNvSpPr>
            <a:spLocks noGrp="1"/>
          </p:cNvSpPr>
          <p:nvPr>
            <p:ph type="body" sz="quarter" idx="14"/>
          </p:nvPr>
        </p:nvSpPr>
        <p:spPr/>
        <p:txBody>
          <a:bodyPr>
            <a:normAutofit fontScale="25000" lnSpcReduction="20000"/>
          </a:bodyPr>
          <a:lstStyle/>
          <a:p>
            <a:r>
              <a:rPr lang="en-US" sz="5600">
                <a:solidFill>
                  <a:schemeClr val="tx2"/>
                </a:solidFill>
              </a:rPr>
              <a:t>GOVERNING AGENCY</a:t>
            </a:r>
          </a:p>
          <a:p>
            <a:endParaRPr lang="en-US"/>
          </a:p>
        </p:txBody>
      </p:sp>
      <p:pic>
        <p:nvPicPr>
          <p:cNvPr id="8" name="Content Placeholder 7">
            <a:extLst>
              <a:ext uri="{FF2B5EF4-FFF2-40B4-BE49-F238E27FC236}">
                <a16:creationId xmlns:a16="http://schemas.microsoft.com/office/drawing/2014/main" id="{C9FC89BA-0C2D-48C3-3B2F-D9FB12004F7C}"/>
              </a:ext>
            </a:extLst>
          </p:cNvPr>
          <p:cNvPicPr>
            <a:picLocks noGrp="1" noChangeAspect="1"/>
          </p:cNvPicPr>
          <p:nvPr>
            <p:ph sz="quarter" idx="17"/>
          </p:nvPr>
        </p:nvPicPr>
        <p:blipFill>
          <a:blip r:embed="rId3"/>
          <a:stretch>
            <a:fillRect/>
          </a:stretch>
        </p:blipFill>
        <p:spPr>
          <a:xfrm>
            <a:off x="2647016" y="2057400"/>
            <a:ext cx="9444317" cy="5600700"/>
          </a:xfrm>
          <a:prstGeom prst="rect">
            <a:avLst/>
          </a:prstGeom>
        </p:spPr>
      </p:pic>
      <p:sp>
        <p:nvSpPr>
          <p:cNvPr id="7" name="Footer Placeholder 4">
            <a:extLst>
              <a:ext uri="{FF2B5EF4-FFF2-40B4-BE49-F238E27FC236}">
                <a16:creationId xmlns:a16="http://schemas.microsoft.com/office/drawing/2014/main" id="{29F78371-4BDE-7DB7-815D-FB638E3B049A}"/>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Tree>
    <p:extLst>
      <p:ext uri="{BB962C8B-B14F-4D97-AF65-F5344CB8AC3E}">
        <p14:creationId xmlns:p14="http://schemas.microsoft.com/office/powerpoint/2010/main" val="3426734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66FD6-E4E0-E397-E441-6FF756ACA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65FE6-FEAF-3D88-8DD7-4D99B065EE25}"/>
              </a:ext>
            </a:extLst>
          </p:cNvPr>
          <p:cNvSpPr>
            <a:spLocks noGrp="1"/>
          </p:cNvSpPr>
          <p:nvPr>
            <p:ph type="title"/>
          </p:nvPr>
        </p:nvSpPr>
        <p:spPr/>
        <p:txBody>
          <a:bodyPr/>
          <a:lstStyle/>
          <a:p>
            <a:r>
              <a:rPr lang="en-US"/>
              <a:t>Executive Summary</a:t>
            </a:r>
          </a:p>
        </p:txBody>
      </p:sp>
      <p:sp>
        <p:nvSpPr>
          <p:cNvPr id="3" name="Slide Number Placeholder 2">
            <a:extLst>
              <a:ext uri="{FF2B5EF4-FFF2-40B4-BE49-F238E27FC236}">
                <a16:creationId xmlns:a16="http://schemas.microsoft.com/office/drawing/2014/main" id="{F328E04A-3B1D-9FFA-67E9-6FBA3C76BC8D}"/>
              </a:ext>
            </a:extLst>
          </p:cNvPr>
          <p:cNvSpPr>
            <a:spLocks noGrp="1"/>
          </p:cNvSpPr>
          <p:nvPr>
            <p:ph type="sldNum" sz="quarter" idx="10"/>
          </p:nvPr>
        </p:nvSpPr>
        <p:spPr/>
        <p:txBody>
          <a:bodyPr/>
          <a:lstStyle/>
          <a:p>
            <a:fld id="{690F28F1-749B-6E43-9C6F-A927F429EFEC}" type="slidenum">
              <a:rPr lang="en-US" smtClean="0"/>
              <a:pPr/>
              <a:t>27</a:t>
            </a:fld>
            <a:endParaRPr lang="en-US"/>
          </a:p>
        </p:txBody>
      </p:sp>
      <p:sp>
        <p:nvSpPr>
          <p:cNvPr id="4" name="Date Placeholder 3">
            <a:extLst>
              <a:ext uri="{FF2B5EF4-FFF2-40B4-BE49-F238E27FC236}">
                <a16:creationId xmlns:a16="http://schemas.microsoft.com/office/drawing/2014/main" id="{AF3C3DE6-9842-3B45-8D28-F072D5B6E6F5}"/>
              </a:ext>
            </a:extLst>
          </p:cNvPr>
          <p:cNvSpPr>
            <a:spLocks noGrp="1"/>
          </p:cNvSpPr>
          <p:nvPr>
            <p:ph type="dt" sz="half" idx="11"/>
          </p:nvPr>
        </p:nvSpPr>
        <p:spPr/>
        <p:txBody>
          <a:bodyPr/>
          <a:lstStyle/>
          <a:p>
            <a:r>
              <a:rPr lang="en-US"/>
              <a:t>2025</a:t>
            </a:r>
          </a:p>
        </p:txBody>
      </p:sp>
      <p:sp>
        <p:nvSpPr>
          <p:cNvPr id="9" name="Text Placeholder 5">
            <a:extLst>
              <a:ext uri="{FF2B5EF4-FFF2-40B4-BE49-F238E27FC236}">
                <a16:creationId xmlns:a16="http://schemas.microsoft.com/office/drawing/2014/main" id="{A476F1AF-0FD6-1E60-3D16-8E984004A7B9}"/>
              </a:ext>
            </a:extLst>
          </p:cNvPr>
          <p:cNvSpPr>
            <a:spLocks noGrp="1"/>
          </p:cNvSpPr>
          <p:nvPr>
            <p:ph type="body" sz="quarter" idx="14"/>
          </p:nvPr>
        </p:nvSpPr>
        <p:spPr>
          <a:xfrm>
            <a:off x="1142999" y="571499"/>
            <a:ext cx="7010401" cy="252413"/>
          </a:xfrm>
        </p:spPr>
        <p:txBody>
          <a:bodyPr/>
          <a:lstStyle/>
          <a:p>
            <a:r>
              <a:rPr lang="en-US">
                <a:solidFill>
                  <a:schemeClr val="tx2"/>
                </a:solidFill>
              </a:rPr>
              <a:t>GOVERNING AGENCY</a:t>
            </a:r>
          </a:p>
        </p:txBody>
      </p:sp>
      <p:sp>
        <p:nvSpPr>
          <p:cNvPr id="11" name="Content Placeholder 6">
            <a:extLst>
              <a:ext uri="{FF2B5EF4-FFF2-40B4-BE49-F238E27FC236}">
                <a16:creationId xmlns:a16="http://schemas.microsoft.com/office/drawing/2014/main" id="{DAD8BA0F-1A78-0E77-01D1-A2F244C71D9B}"/>
              </a:ext>
            </a:extLst>
          </p:cNvPr>
          <p:cNvSpPr txBox="1">
            <a:spLocks/>
          </p:cNvSpPr>
          <p:nvPr/>
        </p:nvSpPr>
        <p:spPr>
          <a:xfrm>
            <a:off x="944216" y="2384251"/>
            <a:ext cx="13243459" cy="3461097"/>
          </a:xfrm>
          <a:prstGeom prst="roundRect">
            <a:avLst>
              <a:gd name="adj" fmla="val 0"/>
            </a:avLst>
          </a:prstGeom>
        </p:spPr>
        <p:txBody>
          <a:bodyPr vert="horz" lIns="0" tIns="0" rIns="0" bIns="0" rtlCol="0" anchor="t">
            <a:noAutofit/>
          </a:bodyPr>
          <a:lstStyle>
            <a:lvl1pPr marL="457200" indent="-457200" algn="l" defTabSz="457200" rtl="0" eaLnBrk="1" latinLnBrk="0" hangingPunct="1">
              <a:lnSpc>
                <a:spcPct val="90000"/>
              </a:lnSpc>
              <a:spcBef>
                <a:spcPts val="0"/>
              </a:spcBef>
              <a:spcAft>
                <a:spcPts val="0"/>
              </a:spcAft>
              <a:buClr>
                <a:schemeClr val="bg2"/>
              </a:buClr>
              <a:buSzPct val="110000"/>
              <a:buFont typeface="System Font Regular"/>
              <a:buChar char="→"/>
              <a:tabLst>
                <a:tab pos="454025" algn="l"/>
              </a:tabLst>
              <a:defRPr sz="2600" b="0" i="0" kern="1200">
                <a:solidFill>
                  <a:schemeClr val="bg1"/>
                </a:solidFill>
                <a:latin typeface="Aptos" panose="020B0004020202020204" pitchFamily="34" charset="0"/>
                <a:ea typeface="+mn-ea"/>
                <a:cs typeface="+mn-cs"/>
              </a:defRPr>
            </a:lvl1pPr>
            <a:lvl2pPr marL="465138" indent="-381000" algn="l" defTabSz="457200" rtl="0" eaLnBrk="1" latinLnBrk="0" hangingPunct="1">
              <a:lnSpc>
                <a:spcPct val="100000"/>
              </a:lnSpc>
              <a:spcBef>
                <a:spcPts val="0"/>
              </a:spcBef>
              <a:spcAft>
                <a:spcPts val="0"/>
              </a:spcAft>
              <a:buClr>
                <a:schemeClr val="bg2"/>
              </a:buClr>
              <a:buSzPct val="110000"/>
              <a:buFont typeface="System Font Regular"/>
              <a:buChar char="→"/>
              <a:tabLst/>
              <a:defRPr sz="2000" b="0" i="0" kern="1200">
                <a:solidFill>
                  <a:schemeClr val="bg1"/>
                </a:solidFill>
                <a:latin typeface="Aptos" panose="020B0004020202020204" pitchFamily="34" charset="0"/>
                <a:ea typeface="+mn-ea"/>
                <a:cs typeface="+mn-cs"/>
              </a:defRPr>
            </a:lvl2pPr>
            <a:lvl3pPr marL="465138" indent="-381000" algn="l" defTabSz="457200" rtl="0" eaLnBrk="1" latinLnBrk="0" hangingPunct="1">
              <a:lnSpc>
                <a:spcPct val="100000"/>
              </a:lnSpc>
              <a:spcBef>
                <a:spcPts val="0"/>
              </a:spcBef>
              <a:spcAft>
                <a:spcPts val="0"/>
              </a:spcAft>
              <a:buClr>
                <a:schemeClr val="bg2"/>
              </a:buClr>
              <a:buFont typeface="System Font Regular"/>
              <a:buChar char="—"/>
              <a:tabLst/>
              <a:defRPr sz="2000" b="0" i="0" kern="1200">
                <a:solidFill>
                  <a:schemeClr val="bg1"/>
                </a:solidFill>
                <a:latin typeface="Aptos Light" panose="020B0004020202020204" pitchFamily="34" charset="0"/>
                <a:ea typeface="+mn-ea"/>
                <a:cs typeface="+mn-cs"/>
              </a:defRPr>
            </a:lvl3pPr>
            <a:lvl4pPr marL="860425" indent="-325438" algn="l" defTabSz="457200" rtl="0" eaLnBrk="1" latinLnBrk="0" hangingPunct="1">
              <a:lnSpc>
                <a:spcPct val="100000"/>
              </a:lnSpc>
              <a:spcBef>
                <a:spcPts val="0"/>
              </a:spcBef>
              <a:spcAft>
                <a:spcPts val="0"/>
              </a:spcAft>
              <a:buClr>
                <a:schemeClr val="bg2"/>
              </a:buClr>
              <a:buSzPct val="110000"/>
              <a:buFont typeface="System Font Regular"/>
              <a:buChar char="→"/>
              <a:tabLst/>
              <a:defRPr sz="1800" b="0" i="0" kern="1200">
                <a:solidFill>
                  <a:schemeClr val="bg1"/>
                </a:solidFill>
                <a:latin typeface="Aptos" panose="020B0004020202020204" pitchFamily="34" charset="0"/>
                <a:ea typeface="+mn-ea"/>
                <a:cs typeface="+mn-cs"/>
              </a:defRPr>
            </a:lvl4pPr>
            <a:lvl5pPr marL="860425" indent="-325438" algn="l" defTabSz="457200" rtl="0" eaLnBrk="1" latinLnBrk="0" hangingPunct="1">
              <a:lnSpc>
                <a:spcPct val="100000"/>
              </a:lnSpc>
              <a:spcBef>
                <a:spcPts val="0"/>
              </a:spcBef>
              <a:spcAft>
                <a:spcPts val="0"/>
              </a:spcAft>
              <a:buClr>
                <a:schemeClr val="bg2"/>
              </a:buClr>
              <a:buFont typeface="System Font Regular"/>
              <a:buChar char="—"/>
              <a:tabLst/>
              <a:defRPr sz="1800" b="0" i="0" kern="1200">
                <a:solidFill>
                  <a:schemeClr val="bg1"/>
                </a:solidFill>
                <a:latin typeface="Aptos Light" panose="020B0004020202020204" pitchFamily="34" charset="0"/>
                <a:ea typeface="+mn-ea"/>
                <a:cs typeface="+mn-cs"/>
              </a:defRPr>
            </a:lvl5pPr>
            <a:lvl6pPr marL="1028700" indent="-225425" algn="l" defTabSz="457200" rtl="0" eaLnBrk="1" latinLnBrk="0" hangingPunct="1">
              <a:lnSpc>
                <a:spcPct val="100000"/>
              </a:lnSpc>
              <a:spcBef>
                <a:spcPts val="0"/>
              </a:spcBef>
              <a:spcAft>
                <a:spcPts val="0"/>
              </a:spcAft>
              <a:buClr>
                <a:schemeClr val="bg2"/>
              </a:buClr>
              <a:buFont typeface="Wingdings" pitchFamily="2" charset="2"/>
              <a:buChar char="§"/>
              <a:tabLst/>
              <a:defRPr sz="1600" b="0" i="0" kern="1200">
                <a:solidFill>
                  <a:schemeClr val="bg1"/>
                </a:solidFill>
                <a:latin typeface="Aptos Light" panose="020B0004020202020204" pitchFamily="34" charset="0"/>
                <a:ea typeface="+mn-ea"/>
                <a:cs typeface="+mn-cs"/>
              </a:defRPr>
            </a:lvl6pPr>
            <a:lvl7pPr marL="374904" indent="-320040" algn="l" defTabSz="914400" rtl="0" eaLnBrk="1" latinLnBrk="0" hangingPunct="1">
              <a:lnSpc>
                <a:spcPct val="100000"/>
              </a:lnSpc>
              <a:spcBef>
                <a:spcPts val="0"/>
              </a:spcBef>
              <a:spcAft>
                <a:spcPts val="1000"/>
              </a:spcAft>
              <a:buFont typeface="Arial" panose="020B0604020202020204" pitchFamily="34" charset="0"/>
              <a:buNone/>
              <a:defRPr sz="1400" b="0" i="0" kern="1200">
                <a:solidFill>
                  <a:schemeClr val="tx1"/>
                </a:solidFill>
                <a:latin typeface="Aptos Light" panose="020B0004020202020204" pitchFamily="34" charset="0"/>
                <a:ea typeface="+mn-ea"/>
                <a:cs typeface="+mn-cs"/>
              </a:defRPr>
            </a:lvl7pPr>
            <a:lvl8pPr marL="1028700" indent="-225425" algn="l" defTabSz="457200" rtl="0" eaLnBrk="1" latinLnBrk="0" hangingPunct="1">
              <a:lnSpc>
                <a:spcPct val="100000"/>
              </a:lnSpc>
              <a:spcBef>
                <a:spcPts val="500"/>
              </a:spcBef>
              <a:spcAft>
                <a:spcPts val="0"/>
              </a:spcAft>
              <a:buClr>
                <a:schemeClr val="bg2"/>
              </a:buClr>
              <a:buFont typeface="System Font Regular"/>
              <a:buChar char="–"/>
              <a:tabLst/>
              <a:defRPr sz="1400" b="0" i="0" kern="1200">
                <a:solidFill>
                  <a:schemeClr val="bg1"/>
                </a:solidFill>
                <a:latin typeface="Aptos Light" panose="020B0004020202020204" pitchFamily="34" charset="0"/>
                <a:ea typeface="+mn-ea"/>
                <a:cs typeface="+mn-cs"/>
              </a:defRPr>
            </a:lvl8pPr>
            <a:lvl9pPr marL="1779588" indent="-179388" algn="l" defTabSz="914400" rtl="0" eaLnBrk="1" latinLnBrk="0" hangingPunct="1">
              <a:lnSpc>
                <a:spcPct val="90000"/>
              </a:lnSpc>
              <a:spcBef>
                <a:spcPts val="500"/>
              </a:spcBef>
              <a:buClr>
                <a:schemeClr val="accent3"/>
              </a:buClr>
              <a:buFont typeface="System Font Regular"/>
              <a:buChar char="–"/>
              <a:tabLst/>
              <a:defRPr sz="1400" b="0" i="0" kern="1200">
                <a:solidFill>
                  <a:schemeClr val="bg1"/>
                </a:solidFill>
                <a:latin typeface="Aptos Light" panose="020B0004020202020204" pitchFamily="34" charset="0"/>
                <a:ea typeface="+mn-ea"/>
                <a:cs typeface="+mn-cs"/>
              </a:defRPr>
            </a:lvl9pPr>
          </a:lstStyle>
          <a:p>
            <a:pPr marL="585788" lvl="1" indent="-566738">
              <a:lnSpc>
                <a:spcPct val="150000"/>
              </a:lnSpc>
              <a:buClr>
                <a:schemeClr val="tx2"/>
              </a:buClr>
            </a:pPr>
            <a:r>
              <a:rPr lang="en-US" sz="2800" b="1"/>
              <a:t>AI agents are being built and delivered as enterprise-ready, </a:t>
            </a:r>
            <a:r>
              <a:rPr lang="en-US" sz="2800"/>
              <a:t>not experimental</a:t>
            </a:r>
          </a:p>
          <a:p>
            <a:pPr marL="585788" lvl="1" indent="-566738">
              <a:lnSpc>
                <a:spcPct val="150000"/>
              </a:lnSpc>
              <a:buClr>
                <a:schemeClr val="tx2"/>
              </a:buClr>
            </a:pPr>
            <a:endParaRPr lang="en-US" sz="2800"/>
          </a:p>
          <a:p>
            <a:pPr marL="585788" lvl="1" indent="-566738">
              <a:lnSpc>
                <a:spcPct val="150000"/>
              </a:lnSpc>
              <a:buClr>
                <a:schemeClr val="tx2"/>
              </a:buClr>
            </a:pPr>
            <a:r>
              <a:rPr lang="en-US" sz="2800"/>
              <a:t>Reduce cost-to-serve, scale global support, and accelerate time-to-resolution</a:t>
            </a:r>
          </a:p>
          <a:p>
            <a:pPr marL="585788" lvl="1" indent="-566738">
              <a:lnSpc>
                <a:spcPct val="150000"/>
              </a:lnSpc>
              <a:buClr>
                <a:schemeClr val="tx2"/>
              </a:buClr>
            </a:pPr>
            <a:endParaRPr lang="en-US" sz="2800"/>
          </a:p>
          <a:p>
            <a:pPr marL="585788" lvl="1" indent="-566738">
              <a:lnSpc>
                <a:spcPct val="150000"/>
              </a:lnSpc>
              <a:buClr>
                <a:schemeClr val="tx2"/>
              </a:buClr>
            </a:pPr>
            <a:r>
              <a:rPr lang="en-US" sz="2800"/>
              <a:t>Built-in governance, audit trails, PII protection, and compliance readiness</a:t>
            </a:r>
          </a:p>
          <a:p>
            <a:pPr marL="585788" lvl="1" indent="-566738">
              <a:lnSpc>
                <a:spcPct val="150000"/>
              </a:lnSpc>
              <a:buClr>
                <a:schemeClr val="tx2"/>
              </a:buClr>
            </a:pPr>
            <a:endParaRPr lang="en-US" sz="2800"/>
          </a:p>
          <a:p>
            <a:pPr marL="585788" lvl="1" indent="-566738">
              <a:lnSpc>
                <a:spcPct val="150000"/>
              </a:lnSpc>
              <a:buClr>
                <a:schemeClr val="tx2"/>
              </a:buClr>
            </a:pPr>
            <a:r>
              <a:rPr lang="en-US" sz="2800" b="1"/>
              <a:t>Guidance for development is still tried and true: </a:t>
            </a:r>
            <a:r>
              <a:rPr lang="en-US" sz="2800"/>
              <a:t>Start with a focused pilot, measure outcomes, and scale securely with confidence</a:t>
            </a:r>
          </a:p>
        </p:txBody>
      </p:sp>
      <p:sp>
        <p:nvSpPr>
          <p:cNvPr id="14" name="Footer Placeholder 4">
            <a:extLst>
              <a:ext uri="{FF2B5EF4-FFF2-40B4-BE49-F238E27FC236}">
                <a16:creationId xmlns:a16="http://schemas.microsoft.com/office/drawing/2014/main" id="{6B526EA6-19F8-F149-1BF7-9DA5DA22450F}"/>
              </a:ext>
            </a:extLst>
          </p:cNvPr>
          <p:cNvSpPr txBox="1">
            <a:spLocks/>
          </p:cNvSpPr>
          <p:nvPr/>
        </p:nvSpPr>
        <p:spPr>
          <a:xfrm rot="16200000">
            <a:off x="-1778888" y="4122038"/>
            <a:ext cx="4133850" cy="576072"/>
          </a:xfrm>
          <a:prstGeom prst="rect">
            <a:avLst/>
          </a:prstGeom>
        </p:spPr>
        <p:txBody>
          <a:bodyPr vert="horz" lIns="0" tIns="0" rIns="0" bIns="0" rtlCol="0" anchor="ctr"/>
          <a:lstStyle>
            <a:defPPr>
              <a:defRPr lang="en-US"/>
            </a:defPPr>
            <a:lvl1pPr marL="0" algn="l" defTabSz="1097236" rtl="0" eaLnBrk="1" latinLnBrk="0" hangingPunct="1">
              <a:defRPr sz="1200" kern="1200" spc="0" baseline="0">
                <a:solidFill>
                  <a:schemeClr val="bg1">
                    <a:alpha val="40000"/>
                  </a:schemeClr>
                </a:solidFill>
                <a:latin typeface="+mn-lt"/>
                <a:ea typeface="+mn-ea"/>
                <a:cs typeface="+mn-cs"/>
              </a:defRPr>
            </a:lvl1pPr>
            <a:lvl2pPr marL="548618" algn="l" defTabSz="1097236" rtl="0" eaLnBrk="1" latinLnBrk="0" hangingPunct="1">
              <a:defRPr sz="2160" kern="1200">
                <a:solidFill>
                  <a:schemeClr val="tx1"/>
                </a:solidFill>
                <a:latin typeface="+mn-lt"/>
                <a:ea typeface="+mn-ea"/>
                <a:cs typeface="+mn-cs"/>
              </a:defRPr>
            </a:lvl2pPr>
            <a:lvl3pPr marL="1097236" algn="l" defTabSz="1097236" rtl="0" eaLnBrk="1" latinLnBrk="0" hangingPunct="1">
              <a:defRPr sz="2160" kern="1200">
                <a:solidFill>
                  <a:schemeClr val="tx1"/>
                </a:solidFill>
                <a:latin typeface="+mn-lt"/>
                <a:ea typeface="+mn-ea"/>
                <a:cs typeface="+mn-cs"/>
              </a:defRPr>
            </a:lvl3pPr>
            <a:lvl4pPr marL="1645854" algn="l" defTabSz="1097236" rtl="0" eaLnBrk="1" latinLnBrk="0" hangingPunct="1">
              <a:defRPr sz="2160" kern="1200">
                <a:solidFill>
                  <a:schemeClr val="tx1"/>
                </a:solidFill>
                <a:latin typeface="+mn-lt"/>
                <a:ea typeface="+mn-ea"/>
                <a:cs typeface="+mn-cs"/>
              </a:defRPr>
            </a:lvl4pPr>
            <a:lvl5pPr marL="2194472" algn="l" defTabSz="1097236" rtl="0" eaLnBrk="1" latinLnBrk="0" hangingPunct="1">
              <a:defRPr sz="2160" kern="1200">
                <a:solidFill>
                  <a:schemeClr val="tx1"/>
                </a:solidFill>
                <a:latin typeface="+mn-lt"/>
                <a:ea typeface="+mn-ea"/>
                <a:cs typeface="+mn-cs"/>
              </a:defRPr>
            </a:lvl5pPr>
            <a:lvl6pPr marL="2743091" algn="l" defTabSz="1097236" rtl="0" eaLnBrk="1" latinLnBrk="0" hangingPunct="1">
              <a:defRPr sz="2160" kern="1200">
                <a:solidFill>
                  <a:schemeClr val="tx1"/>
                </a:solidFill>
                <a:latin typeface="+mn-lt"/>
                <a:ea typeface="+mn-ea"/>
                <a:cs typeface="+mn-cs"/>
              </a:defRPr>
            </a:lvl6pPr>
            <a:lvl7pPr marL="3291708" algn="l" defTabSz="1097236" rtl="0" eaLnBrk="1" latinLnBrk="0" hangingPunct="1">
              <a:defRPr sz="2160" kern="1200">
                <a:solidFill>
                  <a:schemeClr val="tx1"/>
                </a:solidFill>
                <a:latin typeface="+mn-lt"/>
                <a:ea typeface="+mn-ea"/>
                <a:cs typeface="+mn-cs"/>
              </a:defRPr>
            </a:lvl7pPr>
            <a:lvl8pPr marL="3840326" algn="l" defTabSz="1097236" rtl="0" eaLnBrk="1" latinLnBrk="0" hangingPunct="1">
              <a:defRPr sz="2160" kern="1200">
                <a:solidFill>
                  <a:schemeClr val="tx1"/>
                </a:solidFill>
                <a:latin typeface="+mn-lt"/>
                <a:ea typeface="+mn-ea"/>
                <a:cs typeface="+mn-cs"/>
              </a:defRPr>
            </a:lvl8pPr>
            <a:lvl9pPr marL="4388945" algn="l" defTabSz="1097236" rtl="0" eaLnBrk="1" latinLnBrk="0" hangingPunct="1">
              <a:defRPr sz="2160" kern="1200">
                <a:solidFill>
                  <a:schemeClr val="tx1"/>
                </a:solidFill>
                <a:latin typeface="+mn-lt"/>
                <a:ea typeface="+mn-ea"/>
                <a:cs typeface="+mn-cs"/>
              </a:defRPr>
            </a:lvl9pPr>
          </a:lstStyle>
          <a:p>
            <a:r>
              <a:rPr lang="en-US"/>
              <a:t>Confidential</a:t>
            </a:r>
          </a:p>
        </p:txBody>
      </p:sp>
    </p:spTree>
    <p:extLst>
      <p:ext uri="{BB962C8B-B14F-4D97-AF65-F5344CB8AC3E}">
        <p14:creationId xmlns:p14="http://schemas.microsoft.com/office/powerpoint/2010/main" val="1963271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46C62-665E-2D93-DA23-B8715B19B5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C8BC1A-2F67-9661-C02F-041F69BBA5A4}"/>
              </a:ext>
            </a:extLst>
          </p:cNvPr>
          <p:cNvSpPr>
            <a:spLocks noGrp="1"/>
          </p:cNvSpPr>
          <p:nvPr>
            <p:ph type="title"/>
          </p:nvPr>
        </p:nvSpPr>
        <p:spPr>
          <a:xfrm>
            <a:off x="486755" y="2841085"/>
            <a:ext cx="6966720" cy="1970912"/>
          </a:xfrm>
        </p:spPr>
        <p:txBody>
          <a:bodyPr>
            <a:normAutofit/>
          </a:bodyPr>
          <a:lstStyle/>
          <a:p>
            <a:r>
              <a:rPr lang="en-US" dirty="0"/>
              <a:t>QUESTIONS?</a:t>
            </a:r>
          </a:p>
        </p:txBody>
      </p:sp>
    </p:spTree>
    <p:extLst>
      <p:ext uri="{BB962C8B-B14F-4D97-AF65-F5344CB8AC3E}">
        <p14:creationId xmlns:p14="http://schemas.microsoft.com/office/powerpoint/2010/main" val="32328229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1_Custom Design">
  <a:themeElements>
    <a:clrScheme name="UTurn Theme">
      <a:dk1>
        <a:srgbClr val="061834"/>
      </a:dk1>
      <a:lt1>
        <a:srgbClr val="FFFFFF"/>
      </a:lt1>
      <a:dk2>
        <a:srgbClr val="F2673A"/>
      </a:dk2>
      <a:lt2>
        <a:srgbClr val="0D61ED"/>
      </a:lt2>
      <a:accent1>
        <a:srgbClr val="061834"/>
      </a:accent1>
      <a:accent2>
        <a:srgbClr val="F2673A"/>
      </a:accent2>
      <a:accent3>
        <a:srgbClr val="0D61ED"/>
      </a:accent3>
      <a:accent4>
        <a:srgbClr val="F7931D"/>
      </a:accent4>
      <a:accent5>
        <a:srgbClr val="F2F0E9"/>
      </a:accent5>
      <a:accent6>
        <a:srgbClr val="D1D3D3"/>
      </a:accent6>
      <a:hlink>
        <a:srgbClr val="45CAFF"/>
      </a:hlink>
      <a:folHlink>
        <a:srgbClr val="F7931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Turn_Template_and_First-Call-Deck_012926_Updated" id="{703671C6-043F-9B41-B79F-EA85E13829AA}" vid="{CFE68CAF-E8B0-9B49-831E-E79449B57F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F008D35-AE6A-DA45-B2A3-29C183D2FC8B}">
  <we:reference id="WA200010001" version="1.0.0.0" store="Omex" storeType="OMEX"/>
  <we:alternateReferences>
    <we:reference id="WA200010001" version="1.0.0.0" store="WA20001000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BE8D939B4C044CB78EDA352A339E47" ma:contentTypeVersion="21" ma:contentTypeDescription="Create a new document." ma:contentTypeScope="" ma:versionID="dd2112444666f388383c27347466f824">
  <xsd:schema xmlns:xsd="http://www.w3.org/2001/XMLSchema" xmlns:xs="http://www.w3.org/2001/XMLSchema" xmlns:p="http://schemas.microsoft.com/office/2006/metadata/properties" xmlns:ns2="f82c5d81-4e18-4bed-aee5-a8fb393c5263" xmlns:ns3="ff2430a9-9fec-4809-8955-c3993f0e5c36" targetNamespace="http://schemas.microsoft.com/office/2006/metadata/properties" ma:root="true" ma:fieldsID="098569215cd3af3d6568e3b6b1e09510" ns2:_="" ns3:_="">
    <xsd:import namespace="f82c5d81-4e18-4bed-aee5-a8fb393c5263"/>
    <xsd:import namespace="ff2430a9-9fec-4809-8955-c3993f0e5c3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TaxCatchAll" minOccurs="0"/>
                <xsd:element ref="ns2:MediaServiceObjectDetectorVersions" minOccurs="0"/>
                <xsd:element ref="ns2:MediaServiceSearchProperties" minOccurs="0"/>
                <xsd:element ref="ns2:MediaServiceBillingMetadata"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2c5d81-4e18-4bed-aee5-a8fb393c52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527b2385-2fe9-44d4-ac77-b6bf2e5404bc"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f2430a9-9fec-4809-8955-c3993f0e5c3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c7393fae-2763-4430-b640-2b0b06b6e307}" ma:internalName="TaxCatchAll" ma:showField="CatchAllData" ma:web="ff2430a9-9fec-4809-8955-c3993f0e5c3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f2430a9-9fec-4809-8955-c3993f0e5c36" xsi:nil="true"/>
    <lcf76f155ced4ddcb4097134ff3c332f xmlns="f82c5d81-4e18-4bed-aee5-a8fb393c526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E9AB882-D25D-47F7-B924-A35B81EDFC25}"/>
</file>

<file path=customXml/itemProps2.xml><?xml version="1.0" encoding="utf-8"?>
<ds:datastoreItem xmlns:ds="http://schemas.openxmlformats.org/officeDocument/2006/customXml" ds:itemID="{49AB2BBD-74F9-41DE-8B6B-1AFB2AACC4A9}">
  <ds:schemaRefs>
    <ds:schemaRef ds:uri="http://schemas.microsoft.com/sharepoint/v3/contenttype/forms"/>
  </ds:schemaRefs>
</ds:datastoreItem>
</file>

<file path=customXml/itemProps3.xml><?xml version="1.0" encoding="utf-8"?>
<ds:datastoreItem xmlns:ds="http://schemas.openxmlformats.org/officeDocument/2006/customXml" ds:itemID="{0690C88F-74C4-4A00-BE6F-7CCDCFCDFF6D}">
  <ds:schemaRefs>
    <ds:schemaRef ds:uri="http://schemas.microsoft.com/office/2006/documentManagement/types"/>
    <ds:schemaRef ds:uri="9515a6ed-7415-4200-a845-ba131ec86f98"/>
    <ds:schemaRef ds:uri="http://purl.org/dc/elements/1.1/"/>
    <ds:schemaRef ds:uri="http://schemas.openxmlformats.org/package/2006/metadata/core-properties"/>
    <ds:schemaRef ds:uri="http://purl.org/dc/terms/"/>
    <ds:schemaRef ds:uri="http://schemas.microsoft.com/office/2006/metadata/properties"/>
    <ds:schemaRef ds:uri="http://schemas.microsoft.com/office/infopath/2007/PartnerControls"/>
    <ds:schemaRef ds:uri="1160f769-607c-463e-9ef4-ffa3be9367b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367</TotalTime>
  <Words>1977</Words>
  <Application>Microsoft Macintosh PowerPoint</Application>
  <PresentationFormat>Custom</PresentationFormat>
  <Paragraphs>395</Paragraphs>
  <Slides>29</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Aptos</vt:lpstr>
      <vt:lpstr>Aptos ExtraBold</vt:lpstr>
      <vt:lpstr>Aptos Light</vt:lpstr>
      <vt:lpstr>Aptos SemiBold</vt:lpstr>
      <vt:lpstr>Arial</vt:lpstr>
      <vt:lpstr>Calibri</vt:lpstr>
      <vt:lpstr>Franklin Gothic Demi</vt:lpstr>
      <vt:lpstr>Galano Grotesque Medium</vt:lpstr>
      <vt:lpstr>Times New Roman</vt:lpstr>
      <vt:lpstr>Wingdings</vt:lpstr>
      <vt:lpstr>1_Custom Design</vt:lpstr>
      <vt:lpstr>PowerPoint Presentation</vt:lpstr>
      <vt:lpstr>For the first time in computing, we’re not just building tools—we’re building actors. AI now decides, executes, and evolves.   Governance is no longer optional.</vt:lpstr>
      <vt:lpstr>The difference between transformation and catastrophe is not capability.   It’s governance.  </vt:lpstr>
      <vt:lpstr>We’ve All Seen The Movie About AI Governance, Ethics, and Profitability…</vt:lpstr>
      <vt:lpstr>Welcome</vt:lpstr>
      <vt:lpstr>Cloud. AI. Managed. Realized.</vt:lpstr>
      <vt:lpstr>The Shift: Assistants  Agents</vt:lpstr>
      <vt:lpstr>AI Assistants – Where We Were</vt:lpstr>
      <vt:lpstr>AI Agents – Where We Are Now</vt:lpstr>
      <vt:lpstr>Agentic AI Use Cases</vt:lpstr>
      <vt:lpstr>Why does this matter now?</vt:lpstr>
      <vt:lpstr>The New Risk Surface</vt:lpstr>
      <vt:lpstr>Real-World Scenario: When It Goes Wrong</vt:lpstr>
      <vt:lpstr>Ethics &amp; Profitability</vt:lpstr>
      <vt:lpstr>Real World Ethical Examples</vt:lpstr>
      <vt:lpstr>Core Tenants for Profitable AI Initiatives</vt:lpstr>
      <vt:lpstr>Building Backwards from ROI</vt:lpstr>
      <vt:lpstr>Implementation Roadmap</vt:lpstr>
      <vt:lpstr>Risks &amp; Mitigations</vt:lpstr>
      <vt:lpstr>Architectures and Strategies for Governance</vt:lpstr>
      <vt:lpstr>Core Capabilities for the Enterprise</vt:lpstr>
      <vt:lpstr>How AI Agents Operate in Your Stack</vt:lpstr>
      <vt:lpstr>Common Use Cases: Enterprise Priorities</vt:lpstr>
      <vt:lpstr>Repeatable Governance Topics Across Data/AI</vt:lpstr>
      <vt:lpstr>Reframing “AI Security”</vt:lpstr>
      <vt:lpstr>Incoming Vulnerability Wave</vt:lpstr>
      <vt:lpstr>Example Foundational Agentic Architecture</vt:lpstr>
      <vt:lpstr>Executive Summary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Jeremy Creighton</dc:creator>
  <cp:lastModifiedBy>Nathan Hiscock</cp:lastModifiedBy>
  <cp:revision>3</cp:revision>
  <dcterms:created xsi:type="dcterms:W3CDTF">2026-01-29T20:58:22Z</dcterms:created>
  <dcterms:modified xsi:type="dcterms:W3CDTF">2026-04-16T19:34:55Z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0x01010060BE8D939B4C044CB78EDA352A339E47</vt:lpwstr>
  </property>
  <property fmtid="{D5CDD505-2E9C-101B-9397-08002B2CF9AE}" pid="3" name="MediaServiceImageTags">
    <vt:lpwstr/>
  </property>
</Properties>
</file>